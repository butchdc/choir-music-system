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3" r:id="rId1"/>
  </p:sldMasterIdLst>
  <p:notesMasterIdLst>
    <p:notesMasterId r:id="rId7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326" r:id="rId36"/>
    <p:sldId id="327" r:id="rId37"/>
    <p:sldId id="328" r:id="rId38"/>
    <p:sldId id="329" r:id="rId39"/>
    <p:sldId id="330" r:id="rId40"/>
    <p:sldId id="331"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Lst>
  <p:sldSz cx="12192000" cy="6858000"/>
  <p:notesSz cx="6858000" cy="9144000"/>
  <p:defaultTextStyle>
    <a:defPPr>
      <a:defRPr lang="en-A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088"/>
    <p:restoredTop sz="94872"/>
  </p:normalViewPr>
  <p:slideViewPr>
    <p:cSldViewPr snapToGrid="0">
      <p:cViewPr varScale="1">
        <p:scale>
          <a:sx n="87" d="100"/>
          <a:sy n="87" d="100"/>
        </p:scale>
        <p:origin x="200" y="12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notesMaster" Target="notesMasters/notesMaster1.xml"/><Relationship Id="rId8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0F44C2B-389E-664A-A050-6032A2525C12}" type="datetimeFigureOut">
              <a:rPr lang="en-AE" smtClean="0"/>
              <a:t>03/09/2026</a:t>
            </a:fld>
            <a:endParaRPr lang="en-A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373EA6A-C5A1-2D47-86CB-BB855C3A873A}" type="slidenum">
              <a:rPr lang="en-AE" smtClean="0"/>
              <a:t>‹#›</a:t>
            </a:fld>
            <a:endParaRPr lang="en-AE"/>
          </a:p>
        </p:txBody>
      </p:sp>
    </p:spTree>
    <p:extLst>
      <p:ext uri="{BB962C8B-B14F-4D97-AF65-F5344CB8AC3E}">
        <p14:creationId xmlns:p14="http://schemas.microsoft.com/office/powerpoint/2010/main" val="39806826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E" dirty="0"/>
          </a:p>
        </p:txBody>
      </p:sp>
      <p:sp>
        <p:nvSpPr>
          <p:cNvPr id="4" name="Slide Number Placeholder 3"/>
          <p:cNvSpPr>
            <a:spLocks noGrp="1"/>
          </p:cNvSpPr>
          <p:nvPr>
            <p:ph type="sldNum" sz="quarter" idx="5"/>
          </p:nvPr>
        </p:nvSpPr>
        <p:spPr/>
        <p:txBody>
          <a:bodyPr/>
          <a:lstStyle/>
          <a:p>
            <a:fld id="{F373EA6A-C5A1-2D47-86CB-BB855C3A873A}" type="slidenum">
              <a:rPr lang="en-AE" smtClean="0"/>
              <a:t>40</a:t>
            </a:fld>
            <a:endParaRPr lang="en-AE"/>
          </a:p>
        </p:txBody>
      </p:sp>
    </p:spTree>
    <p:extLst>
      <p:ext uri="{BB962C8B-B14F-4D97-AF65-F5344CB8AC3E}">
        <p14:creationId xmlns:p14="http://schemas.microsoft.com/office/powerpoint/2010/main" val="140939382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bg>
      <p:bgPr>
        <a:solidFill>
          <a:schemeClr val="bg1"/>
        </a:solidFill>
        <a:effectLst/>
      </p:bgPr>
    </p:bg>
    <p:spTree>
      <p:nvGrpSpPr>
        <p:cNvPr id="1" name=""/>
        <p:cNvGrpSpPr/>
        <p:nvPr/>
      </p:nvGrpSpPr>
      <p:grpSpPr>
        <a:xfrm>
          <a:off x="0" y="0"/>
          <a:ext cx="0" cy="0"/>
          <a:chOff x="0" y="0"/>
          <a:chExt cx="0" cy="0"/>
        </a:xfrm>
      </p:grpSpPr>
      <p:pic>
        <p:nvPicPr>
          <p:cNvPr id="5000" name="Presentation Background"/>
          <p:cNvPicPr>
            <a:picLocks noChangeAspect="1"/>
          </p:cNvPicPr>
          <p:nvPr/>
        </p:nvPicPr>
        <p:blipFill>
          <a:blip r:embed="rId2">
            <a:alphaModFix/>
          </a:blip>
          <a:stretch>
            <a:fillRect/>
          </a:stretch>
        </p:blipFill>
        <p:spPr>
          <a:xfrm>
            <a:off x="0" y="0"/>
            <a:ext cx="12192000" cy="6858000"/>
          </a:xfrm>
          <a:prstGeom prst="rect">
            <a:avLst/>
          </a:prstGeom>
        </p:spPr>
      </p:pic>
      <p:sp>
        <p:nvSpPr>
          <p:cNvPr id="3" name="Subtitle">
            <a:extLst>
              <a:ext uri="{FF2B5EF4-FFF2-40B4-BE49-F238E27FC236}">
                <a16:creationId xmlns:a16="http://schemas.microsoft.com/office/drawing/2014/main" id="{3AED3460-1975-85E3-3AA8-257FE09416BE}"/>
              </a:ext>
            </a:extLst>
          </p:cNvPr>
          <p:cNvSpPr>
            <a:spLocks noGrp="1"/>
          </p:cNvSpPr>
          <p:nvPr>
            <p:ph type="subTitle" idx="1"/>
          </p:nvPr>
        </p:nvSpPr>
        <p:spPr>
          <a:xfrm>
            <a:off x="1" y="4011683"/>
            <a:ext cx="12191999" cy="1655762"/>
          </a:xfrm>
          <a:prstGeom prst="rect">
            <a:avLst/>
          </a:prstGeom>
          <a:solidFill>
            <a:schemeClr val="bg1">
              <a:alpha val="84857"/>
            </a:schemeClr>
          </a:solidFill>
        </p:spPr>
        <p:txBody>
          <a:bodyPr anchor="ctr"/>
          <a:lstStyle>
            <a:lvl1pPr marL="0" indent="0" algn="ctr">
              <a:buNone/>
              <a:defRPr sz="1800" b="0" i="1">
                <a:solidFill>
                  <a:schemeClr val="accent1"/>
                </a:solidFill>
                <a:latin typeface="Times New Roman" panose="02020603050405020304" pitchFamily="18" charset="0"/>
                <a:cs typeface="Times New Roman" panose="0202060305040502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AE" dirty="0"/>
          </a:p>
        </p:txBody>
      </p:sp>
      <p:sp>
        <p:nvSpPr>
          <p:cNvPr id="2" name="Title">
            <a:extLst>
              <a:ext uri="{FF2B5EF4-FFF2-40B4-BE49-F238E27FC236}">
                <a16:creationId xmlns:a16="http://schemas.microsoft.com/office/drawing/2014/main" id="{DC4AD2FC-DFED-DCC9-CC6E-4817887135A2}"/>
              </a:ext>
            </a:extLst>
          </p:cNvPr>
          <p:cNvSpPr>
            <a:spLocks noGrp="1"/>
          </p:cNvSpPr>
          <p:nvPr>
            <p:ph type="ctrTitle"/>
          </p:nvPr>
        </p:nvSpPr>
        <p:spPr>
          <a:xfrm>
            <a:off x="0" y="1528549"/>
            <a:ext cx="12192000" cy="2387600"/>
          </a:xfrm>
          <a:prstGeom prst="rect">
            <a:avLst/>
          </a:prstGeom>
          <a:solidFill>
            <a:schemeClr val="bg1">
              <a:alpha val="85000"/>
            </a:schemeClr>
          </a:solidFill>
        </p:spPr>
        <p:txBody>
          <a:bodyPr anchor="ctr"/>
          <a:lstStyle>
            <a:lvl1pPr algn="ctr">
              <a:defRPr sz="5400" b="1">
                <a:solidFill>
                  <a:schemeClr val="accent1"/>
                </a:solidFill>
                <a:latin typeface="Times New Roman" panose="02020603050405020304" pitchFamily="18" charset="0"/>
                <a:cs typeface="Times New Roman" panose="02020603050405020304" pitchFamily="18" charset="0"/>
              </a:defRPr>
            </a:lvl1pPr>
          </a:lstStyle>
          <a:p>
            <a:r>
              <a:rPr lang="en-US" dirty="0"/>
              <a:t>Click to edit Master title style</a:t>
            </a:r>
            <a:endParaRPr lang="en-AE" dirty="0"/>
          </a:p>
        </p:txBody>
      </p:sp>
      <p:sp>
        <p:nvSpPr>
          <p:cNvPr id="6" name="Date">
            <a:extLst>
              <a:ext uri="{FF2B5EF4-FFF2-40B4-BE49-F238E27FC236}">
                <a16:creationId xmlns:a16="http://schemas.microsoft.com/office/drawing/2014/main" id="{1834E721-FFC6-71BA-0416-FB18DF078827}"/>
              </a:ext>
            </a:extLst>
          </p:cNvPr>
          <p:cNvSpPr>
            <a:spLocks noGrp="1"/>
          </p:cNvSpPr>
          <p:nvPr>
            <p:ph type="body" sz="quarter" idx="10"/>
          </p:nvPr>
        </p:nvSpPr>
        <p:spPr>
          <a:xfrm>
            <a:off x="0" y="3219450"/>
            <a:ext cx="12192000" cy="419100"/>
          </a:xfrm>
          <a:prstGeom prst="rect">
            <a:avLst/>
          </a:prstGeom>
        </p:spPr>
        <p:txBody>
          <a:bodyPr anchor="ctr"/>
          <a:lstStyle>
            <a:lvl1pPr algn="ctr">
              <a:buNone/>
              <a:defRPr sz="1600">
                <a:solidFill>
                  <a:schemeClr val="accent1"/>
                </a:solidFill>
                <a:latin typeface="Times New Roman" panose="02020603050405020304" pitchFamily="18" charset="0"/>
                <a:cs typeface="Times New Roman" panose="02020603050405020304" pitchFamily="18" charset="0"/>
              </a:defRPr>
            </a:lvl1pPr>
          </a:lstStyle>
          <a:p>
            <a:pPr lvl="0"/>
            <a:endParaRPr lang="en-AE" dirty="0"/>
          </a:p>
        </p:txBody>
      </p:sp>
    </p:spTree>
    <p:extLst>
      <p:ext uri="{BB962C8B-B14F-4D97-AF65-F5344CB8AC3E}">
        <p14:creationId xmlns:p14="http://schemas.microsoft.com/office/powerpoint/2010/main" val="27529720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ong - Title + Lyrics">
    <p:bg>
      <p:bgPr>
        <a:solidFill>
          <a:schemeClr val="bg1"/>
        </a:solidFill>
        <a:effectLst/>
      </p:bgPr>
    </p:bg>
    <p:spTree>
      <p:nvGrpSpPr>
        <p:cNvPr id="1" name=""/>
        <p:cNvGrpSpPr/>
        <p:nvPr/>
      </p:nvGrpSpPr>
      <p:grpSpPr>
        <a:xfrm>
          <a:off x="0" y="0"/>
          <a:ext cx="0" cy="0"/>
          <a:chOff x="0" y="0"/>
          <a:chExt cx="0" cy="0"/>
        </a:xfrm>
      </p:grpSpPr>
      <p:pic>
        <p:nvPicPr>
          <p:cNvPr id="5000" name="Presentation Background"/>
          <p:cNvPicPr>
            <a:picLocks noChangeAspect="1"/>
          </p:cNvPicPr>
          <p:nvPr/>
        </p:nvPicPr>
        <p:blipFill>
          <a:blip r:embed="rId2">
            <a:alphaModFix amt="15000"/>
          </a:blip>
          <a:stretch>
            <a:fillRect/>
          </a:stretch>
        </p:blipFill>
        <p:spPr>
          <a:xfrm>
            <a:off x="0" y="0"/>
            <a:ext cx="12192000" cy="6858000"/>
          </a:xfrm>
          <a:prstGeom prst="rect">
            <a:avLst/>
          </a:prstGeom>
        </p:spPr>
      </p:pic>
      <p:sp>
        <p:nvSpPr>
          <p:cNvPr id="11" name="Lyrics">
            <a:extLst>
              <a:ext uri="{FF2B5EF4-FFF2-40B4-BE49-F238E27FC236}">
                <a16:creationId xmlns:a16="http://schemas.microsoft.com/office/drawing/2014/main" id="{CEF82248-E6A0-7DCA-2366-B58D4E0F4D09}"/>
              </a:ext>
            </a:extLst>
          </p:cNvPr>
          <p:cNvSpPr>
            <a:spLocks noGrp="1"/>
          </p:cNvSpPr>
          <p:nvPr>
            <p:ph type="body" sz="quarter" idx="10"/>
          </p:nvPr>
        </p:nvSpPr>
        <p:spPr>
          <a:xfrm>
            <a:off x="0" y="1143000"/>
            <a:ext cx="12192000" cy="5715000"/>
          </a:xfrm>
          <a:prstGeom prst="rect">
            <a:avLst/>
          </a:prstGeom>
        </p:spPr>
        <p:txBody>
          <a:bodyPr anchor="ctr">
            <a:normAutofit/>
          </a:bodyPr>
          <a:lstStyle>
            <a:lvl1pPr marL="0" indent="0" algn="ctr">
              <a:lnSpc>
                <a:spcPct val="100000"/>
              </a:lnSpc>
              <a:spcBef>
                <a:spcPts val="0"/>
              </a:spcBef>
              <a:buNone/>
              <a:defRPr sz="4800" b="1">
                <a:latin typeface="Times New Roman" panose="02020603050405020304" pitchFamily="18" charset="0"/>
                <a:ea typeface="Verdana" panose="020B0604030504040204" pitchFamily="34" charset="0"/>
                <a:cs typeface="Times New Roman" panose="02020603050405020304" pitchFamily="18" charset="0"/>
              </a:defRPr>
            </a:lvl1pPr>
          </a:lstStyle>
          <a:p>
            <a:pPr lvl="0"/>
            <a:r>
              <a:rPr lang="en-US" dirty="0"/>
              <a:t>Click to edit Master text styles</a:t>
            </a:r>
          </a:p>
        </p:txBody>
      </p:sp>
      <p:sp>
        <p:nvSpPr>
          <p:cNvPr id="2" name="Song Title">
            <a:extLst>
              <a:ext uri="{FF2B5EF4-FFF2-40B4-BE49-F238E27FC236}">
                <a16:creationId xmlns:a16="http://schemas.microsoft.com/office/drawing/2014/main" id="{D8236168-AA03-815A-E2FA-4A05B896B841}"/>
              </a:ext>
            </a:extLst>
          </p:cNvPr>
          <p:cNvSpPr>
            <a:spLocks noGrp="1"/>
          </p:cNvSpPr>
          <p:nvPr>
            <p:ph type="title"/>
          </p:nvPr>
        </p:nvSpPr>
        <p:spPr>
          <a:xfrm>
            <a:off x="0" y="0"/>
            <a:ext cx="12192000" cy="914400"/>
          </a:xfrm>
          <a:prstGeom prst="rect">
            <a:avLst/>
          </a:prstGeom>
        </p:spPr>
        <p:txBody>
          <a:bodyPr anchor="b">
            <a:normAutofit/>
          </a:bodyPr>
          <a:lstStyle>
            <a:lvl1pPr algn="ctr">
              <a:defRPr sz="5400" b="1">
                <a:solidFill>
                  <a:schemeClr val="accent1"/>
                </a:solidFill>
                <a:latin typeface="Times New Roman" panose="02020603050405020304" pitchFamily="18" charset="0"/>
                <a:ea typeface="Verdana" panose="020B0604030504040204" pitchFamily="34" charset="0"/>
                <a:cs typeface="Times New Roman" panose="02020603050405020304" pitchFamily="18" charset="0"/>
              </a:defRPr>
            </a:lvl1pPr>
          </a:lstStyle>
          <a:p>
            <a:r>
              <a:rPr lang="en-US" dirty="0"/>
              <a:t>Click to edit Master title style</a:t>
            </a:r>
            <a:endParaRPr lang="en-AE" dirty="0"/>
          </a:p>
        </p:txBody>
      </p:sp>
      <p:sp>
        <p:nvSpPr>
          <p:cNvPr id="4" name="Footer">
            <a:extLst>
              <a:ext uri="{FF2B5EF4-FFF2-40B4-BE49-F238E27FC236}">
                <a16:creationId xmlns:a16="http://schemas.microsoft.com/office/drawing/2014/main" id="{07546E71-A827-033C-0C39-A29C499CAF95}"/>
              </a:ext>
            </a:extLst>
          </p:cNvPr>
          <p:cNvSpPr>
            <a:spLocks noGrp="1"/>
          </p:cNvSpPr>
          <p:nvPr>
            <p:ph type="body" sz="quarter" idx="11"/>
          </p:nvPr>
        </p:nvSpPr>
        <p:spPr>
          <a:xfrm>
            <a:off x="0" y="864705"/>
            <a:ext cx="12192000" cy="270124"/>
          </a:xfrm>
          <a:prstGeom prst="rect">
            <a:avLst/>
          </a:prstGeom>
        </p:spPr>
        <p:txBody>
          <a:bodyPr anchor="t"/>
          <a:lstStyle>
            <a:lvl1pPr algn="ctr">
              <a:buNone/>
              <a:defRPr sz="1400" i="1">
                <a:solidFill>
                  <a:schemeClr val="accent1"/>
                </a:solidFill>
                <a:latin typeface="Times New Roman" panose="02020603050405020304" pitchFamily="18" charset="0"/>
                <a:cs typeface="Times New Roman" panose="02020603050405020304" pitchFamily="18" charset="0"/>
              </a:defRPr>
            </a:lvl1pPr>
          </a:lstStyle>
          <a:p>
            <a:pPr lvl="0"/>
            <a:endParaRPr lang="en-AE" dirty="0"/>
          </a:p>
        </p:txBody>
      </p:sp>
    </p:spTree>
    <p:extLst>
      <p:ext uri="{BB962C8B-B14F-4D97-AF65-F5344CB8AC3E}">
        <p14:creationId xmlns:p14="http://schemas.microsoft.com/office/powerpoint/2010/main" val="26384816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p15="http://schemas.microsoft.com/office/powerpoint/2012/main" xmlns:a16="http://schemas.microsoft.com/office/drawing/2014/main"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ong - Lyrics">
    <p:spTree>
      <p:nvGrpSpPr>
        <p:cNvPr id="1" name=""/>
        <p:cNvGrpSpPr/>
        <p:nvPr/>
      </p:nvGrpSpPr>
      <p:grpSpPr>
        <a:xfrm>
          <a:off x="0" y="0"/>
          <a:ext cx="0" cy="0"/>
          <a:chOff x="0" y="0"/>
          <a:chExt cx="0" cy="0"/>
        </a:xfrm>
      </p:grpSpPr>
      <p:pic>
        <p:nvPicPr>
          <p:cNvPr id="5000" name="Presentation Background"/>
          <p:cNvPicPr>
            <a:picLocks noChangeAspect="1"/>
          </p:cNvPicPr>
          <p:nvPr/>
        </p:nvPicPr>
        <p:blipFill>
          <a:blip r:embed="rId2">
            <a:alphaModFix amt="15000"/>
          </a:blip>
          <a:stretch>
            <a:fillRect/>
          </a:stretch>
        </p:blipFill>
        <p:spPr>
          <a:xfrm>
            <a:off x="0" y="0"/>
            <a:ext cx="12192000" cy="6858000"/>
          </a:xfrm>
          <a:prstGeom prst="rect">
            <a:avLst/>
          </a:prstGeom>
        </p:spPr>
      </p:pic>
      <p:sp>
        <p:nvSpPr>
          <p:cNvPr id="11" name="Lyrics">
            <a:extLst>
              <a:ext uri="{FF2B5EF4-FFF2-40B4-BE49-F238E27FC236}">
                <a16:creationId xmlns:a16="http://schemas.microsoft.com/office/drawing/2014/main" id="{CEF82248-E6A0-7DCA-2366-B58D4E0F4D09}"/>
              </a:ext>
            </a:extLst>
          </p:cNvPr>
          <p:cNvSpPr>
            <a:spLocks noGrp="1"/>
          </p:cNvSpPr>
          <p:nvPr>
            <p:ph type="body" sz="quarter" idx="10"/>
          </p:nvPr>
        </p:nvSpPr>
        <p:spPr>
          <a:xfrm>
            <a:off x="0" y="1"/>
            <a:ext cx="12192000" cy="6858000"/>
          </a:xfrm>
          <a:prstGeom prst="rect">
            <a:avLst/>
          </a:prstGeom>
        </p:spPr>
        <p:txBody>
          <a:bodyPr anchor="ctr">
            <a:normAutofit/>
          </a:bodyPr>
          <a:lstStyle>
            <a:lvl1pPr marL="0" indent="0" algn="ctr">
              <a:buNone/>
              <a:defRPr sz="4800" b="1">
                <a:latin typeface="Times New Roman" panose="02020603050405020304" pitchFamily="18" charset="0"/>
                <a:cs typeface="Times New Roman" panose="02020603050405020304" pitchFamily="18" charset="0"/>
              </a:defRPr>
            </a:lvl1pPr>
          </a:lstStyle>
          <a:p>
            <a:pPr lvl="0"/>
            <a:r>
              <a:rPr lang="en-US" dirty="0"/>
              <a:t>Click to edit Master text styles</a:t>
            </a:r>
          </a:p>
        </p:txBody>
      </p:sp>
    </p:spTree>
    <p:extLst>
      <p:ext uri="{BB962C8B-B14F-4D97-AF65-F5344CB8AC3E}">
        <p14:creationId xmlns:p14="http://schemas.microsoft.com/office/powerpoint/2010/main" val="38923579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Presentation - Title + Text">
    <p:bg>
      <p:bgPr>
        <a:solidFill>
          <a:schemeClr val="bg1"/>
        </a:solidFill>
        <a:effectLst/>
      </p:bgPr>
    </p:bg>
    <p:spTree>
      <p:nvGrpSpPr>
        <p:cNvPr id="1" name=""/>
        <p:cNvGrpSpPr/>
        <p:nvPr/>
      </p:nvGrpSpPr>
      <p:grpSpPr>
        <a:xfrm>
          <a:off x="0" y="0"/>
          <a:ext cx="0" cy="0"/>
          <a:chOff x="0" y="0"/>
          <a:chExt cx="0" cy="0"/>
        </a:xfrm>
      </p:grpSpPr>
      <p:pic>
        <p:nvPicPr>
          <p:cNvPr id="5000" name="Presentation Background"/>
          <p:cNvPicPr>
            <a:picLocks noChangeAspect="1"/>
          </p:cNvPicPr>
          <p:nvPr/>
        </p:nvPicPr>
        <p:blipFill>
          <a:blip r:embed="rId2">
            <a:alphaModFix amt="15000"/>
          </a:blip>
          <a:stretch>
            <a:fillRect/>
          </a:stretch>
        </p:blipFill>
        <p:spPr>
          <a:xfrm>
            <a:off x="0" y="0"/>
            <a:ext cx="12192000" cy="6858000"/>
          </a:xfrm>
          <a:prstGeom prst="rect">
            <a:avLst/>
          </a:prstGeom>
        </p:spPr>
      </p:pic>
      <p:sp>
        <p:nvSpPr>
          <p:cNvPr id="11" name="Text">
            <a:extLst>
              <a:ext uri="{FF2B5EF4-FFF2-40B4-BE49-F238E27FC236}">
                <a16:creationId xmlns:a16="http://schemas.microsoft.com/office/drawing/2014/main" id="{CEF82248-E6A0-7DCA-2366-B58D4E0F4D09}"/>
              </a:ext>
            </a:extLst>
          </p:cNvPr>
          <p:cNvSpPr>
            <a:spLocks noGrp="1"/>
          </p:cNvSpPr>
          <p:nvPr>
            <p:ph type="body" sz="quarter" idx="10"/>
          </p:nvPr>
        </p:nvSpPr>
        <p:spPr>
          <a:xfrm>
            <a:off x="0" y="914400"/>
            <a:ext cx="12192000" cy="5943600"/>
          </a:xfrm>
          <a:prstGeom prst="rect">
            <a:avLst/>
          </a:prstGeom>
        </p:spPr>
        <p:txBody>
          <a:bodyPr anchor="ctr">
            <a:normAutofit/>
          </a:bodyPr>
          <a:lstStyle>
            <a:lvl1pPr marL="0" indent="0" algn="ctr">
              <a:lnSpc>
                <a:spcPct val="100000"/>
              </a:lnSpc>
              <a:spcBef>
                <a:spcPts val="0"/>
              </a:spcBef>
              <a:buNone/>
              <a:defRPr sz="4800" b="1">
                <a:latin typeface="Times New Roman" panose="02020603050405020304" pitchFamily="18" charset="0"/>
                <a:ea typeface="Verdana" panose="020B0604030504040204" pitchFamily="34" charset="0"/>
                <a:cs typeface="Times New Roman" panose="02020603050405020304" pitchFamily="18" charset="0"/>
              </a:defRPr>
            </a:lvl1pPr>
          </a:lstStyle>
          <a:p>
            <a:pPr lvl="0"/>
            <a:r>
              <a:rPr lang="en-US" dirty="0"/>
              <a:t>Click to edit Master text styles</a:t>
            </a:r>
          </a:p>
        </p:txBody>
      </p:sp>
      <p:sp>
        <p:nvSpPr>
          <p:cNvPr id="2" name="Title">
            <a:extLst>
              <a:ext uri="{FF2B5EF4-FFF2-40B4-BE49-F238E27FC236}">
                <a16:creationId xmlns:a16="http://schemas.microsoft.com/office/drawing/2014/main" id="{D8236168-AA03-815A-E2FA-4A05B896B841}"/>
              </a:ext>
            </a:extLst>
          </p:cNvPr>
          <p:cNvSpPr>
            <a:spLocks noGrp="1"/>
          </p:cNvSpPr>
          <p:nvPr>
            <p:ph type="title"/>
          </p:nvPr>
        </p:nvSpPr>
        <p:spPr>
          <a:xfrm>
            <a:off x="0" y="1"/>
            <a:ext cx="12192000" cy="914399"/>
          </a:xfrm>
          <a:prstGeom prst="rect">
            <a:avLst/>
          </a:prstGeom>
        </p:spPr>
        <p:txBody>
          <a:bodyPr anchor="ctr">
            <a:normAutofit/>
          </a:bodyPr>
          <a:lstStyle>
            <a:lvl1pPr algn="ctr">
              <a:defRPr sz="5400" b="1">
                <a:solidFill>
                  <a:schemeClr val="accent1"/>
                </a:solidFill>
                <a:latin typeface="Times New Roman" panose="02020603050405020304" pitchFamily="18" charset="0"/>
                <a:ea typeface="Verdana" panose="020B0604030504040204" pitchFamily="34" charset="0"/>
                <a:cs typeface="Times New Roman" panose="02020603050405020304" pitchFamily="18" charset="0"/>
              </a:defRPr>
            </a:lvl1pPr>
          </a:lstStyle>
          <a:p>
            <a:r>
              <a:rPr lang="en-US" dirty="0"/>
              <a:t>Click to edit Master title style</a:t>
            </a:r>
            <a:endParaRPr lang="en-AE" dirty="0"/>
          </a:p>
        </p:txBody>
      </p:sp>
    </p:spTree>
    <p:extLst>
      <p:ext uri="{BB962C8B-B14F-4D97-AF65-F5344CB8AC3E}">
        <p14:creationId xmlns:p14="http://schemas.microsoft.com/office/powerpoint/2010/main" val="35317216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p15="http://schemas.microsoft.com/office/powerpoint/2012/main" xmlns:a16="http://schemas.microsoft.com/office/drawing/2014/main"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Presentation - Text">
    <p:spTree>
      <p:nvGrpSpPr>
        <p:cNvPr id="1" name=""/>
        <p:cNvGrpSpPr/>
        <p:nvPr/>
      </p:nvGrpSpPr>
      <p:grpSpPr>
        <a:xfrm>
          <a:off x="0" y="0"/>
          <a:ext cx="0" cy="0"/>
          <a:chOff x="0" y="0"/>
          <a:chExt cx="0" cy="0"/>
        </a:xfrm>
      </p:grpSpPr>
      <p:pic>
        <p:nvPicPr>
          <p:cNvPr id="5000" name="Presentation Background"/>
          <p:cNvPicPr>
            <a:picLocks noChangeAspect="1"/>
          </p:cNvPicPr>
          <p:nvPr/>
        </p:nvPicPr>
        <p:blipFill>
          <a:blip r:embed="rId2">
            <a:alphaModFix amt="15000"/>
          </a:blip>
          <a:stretch>
            <a:fillRect/>
          </a:stretch>
        </p:blipFill>
        <p:spPr>
          <a:xfrm>
            <a:off x="0" y="0"/>
            <a:ext cx="12192000" cy="6858000"/>
          </a:xfrm>
          <a:prstGeom prst="rect">
            <a:avLst/>
          </a:prstGeom>
        </p:spPr>
      </p:pic>
      <p:sp>
        <p:nvSpPr>
          <p:cNvPr id="11" name="Text">
            <a:extLst>
              <a:ext uri="{FF2B5EF4-FFF2-40B4-BE49-F238E27FC236}">
                <a16:creationId xmlns:a16="http://schemas.microsoft.com/office/drawing/2014/main" id="{CEF82248-E6A0-7DCA-2366-B58D4E0F4D09}"/>
              </a:ext>
            </a:extLst>
          </p:cNvPr>
          <p:cNvSpPr>
            <a:spLocks noGrp="1"/>
          </p:cNvSpPr>
          <p:nvPr>
            <p:ph type="body" sz="quarter" idx="10"/>
          </p:nvPr>
        </p:nvSpPr>
        <p:spPr>
          <a:xfrm>
            <a:off x="0" y="1"/>
            <a:ext cx="12192000" cy="6858000"/>
          </a:xfrm>
          <a:prstGeom prst="rect">
            <a:avLst/>
          </a:prstGeom>
        </p:spPr>
        <p:txBody>
          <a:bodyPr anchor="ctr">
            <a:normAutofit/>
          </a:bodyPr>
          <a:lstStyle>
            <a:lvl1pPr marL="0" indent="0" algn="ctr">
              <a:buNone/>
              <a:defRPr sz="4800" b="1">
                <a:latin typeface="Times New Roman" panose="02020603050405020304" pitchFamily="18" charset="0"/>
                <a:cs typeface="Times New Roman" panose="02020603050405020304" pitchFamily="18" charset="0"/>
              </a:defRPr>
            </a:lvl1pPr>
          </a:lstStyle>
          <a:p>
            <a:pPr lvl="0"/>
            <a:r>
              <a:rPr lang="en-US" dirty="0"/>
              <a:t>Click to edit Master text styles</a:t>
            </a:r>
          </a:p>
        </p:txBody>
      </p:sp>
    </p:spTree>
    <p:extLst>
      <p:ext uri="{BB962C8B-B14F-4D97-AF65-F5344CB8AC3E}">
        <p14:creationId xmlns:p14="http://schemas.microsoft.com/office/powerpoint/2010/main" val="31859762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ivider">
    <p:spTree>
      <p:nvGrpSpPr>
        <p:cNvPr id="1" name=""/>
        <p:cNvGrpSpPr/>
        <p:nvPr/>
      </p:nvGrpSpPr>
      <p:grpSpPr>
        <a:xfrm>
          <a:off x="0" y="0"/>
          <a:ext cx="0" cy="0"/>
          <a:chOff x="0" y="0"/>
          <a:chExt cx="0" cy="0"/>
        </a:xfrm>
      </p:grpSpPr>
      <p:pic>
        <p:nvPicPr>
          <p:cNvPr id="5000" name="Presentation Background"/>
          <p:cNvPicPr>
            <a:picLocks noChangeAspect="1"/>
          </p:cNvPicPr>
          <p:nvPr/>
        </p:nvPicPr>
        <p:blipFill>
          <a:blip r:embed="rId2">
            <a:alphaModFix/>
          </a:blip>
          <a:stretch>
            <a:fillRect/>
          </a:stretch>
        </p:blipFill>
        <p:spPr>
          <a:xfrm>
            <a:off x="0" y="0"/>
            <a:ext cx="12192000" cy="6858000"/>
          </a:xfrm>
          <a:prstGeom prst="rect">
            <a:avLst/>
          </a:prstGeom>
        </p:spPr>
      </p:pic>
    </p:spTree>
    <p:extLst>
      <p:ext uri="{BB962C8B-B14F-4D97-AF65-F5344CB8AC3E}">
        <p14:creationId xmlns:p14="http://schemas.microsoft.com/office/powerpoint/2010/main" val="13254741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HC Safety">
    <p:spTree>
      <p:nvGrpSpPr>
        <p:cNvPr id="1" name=""/>
        <p:cNvGrpSpPr/>
        <p:nvPr/>
      </p:nvGrpSpPr>
      <p:grpSpPr>
        <a:xfrm>
          <a:off x="0" y="0"/>
          <a:ext cx="0" cy="0"/>
          <a:chOff x="0" y="0"/>
          <a:chExt cx="0" cy="0"/>
        </a:xfrm>
      </p:grpSpPr>
      <p:pic>
        <p:nvPicPr>
          <p:cNvPr id="5000" name="Presentation Background"/>
          <p:cNvPicPr>
            <a:picLocks noChangeAspect="1"/>
          </p:cNvPicPr>
          <p:nvPr/>
        </p:nvPicPr>
        <p:blipFill>
          <a:blip r:embed="rId2">
            <a:alphaModFix amt="15000"/>
          </a:blip>
          <a:stretch>
            <a:fillRect/>
          </a:stretch>
        </p:blipFill>
        <p:spPr>
          <a:xfrm>
            <a:off x="0" y="0"/>
            <a:ext cx="12192000" cy="6858000"/>
          </a:xfrm>
          <a:prstGeom prst="rect">
            <a:avLst/>
          </a:prstGeom>
        </p:spPr>
      </p:pic>
      <p:sp>
        <p:nvSpPr>
          <p:cNvPr id="4" name="TextBox 3">
            <a:extLst>
              <a:ext uri="{FF2B5EF4-FFF2-40B4-BE49-F238E27FC236}">
                <a16:creationId xmlns:a16="http://schemas.microsoft.com/office/drawing/2014/main" id="{3B1C7C45-6B92-2F0D-8CF1-7ED2C20F3D53}"/>
              </a:ext>
            </a:extLst>
          </p:cNvPr>
          <p:cNvSpPr txBox="1"/>
          <p:nvPr userDrawn="1"/>
        </p:nvSpPr>
        <p:spPr>
          <a:xfrm>
            <a:off x="96751" y="317667"/>
            <a:ext cx="11809312" cy="6222666"/>
          </a:xfrm>
          <a:prstGeom prst="rect">
            <a:avLst/>
          </a:prstGeom>
          <a:noFill/>
        </p:spPr>
        <p:txBody>
          <a:bodyPr wrap="square">
            <a:spAutoFit/>
          </a:bodyPr>
          <a:lstStyle/>
          <a:p>
            <a:pPr>
              <a:defRPr/>
            </a:pPr>
            <a:r>
              <a:rPr lang="en-US" sz="2400" b="1" u="sng" dirty="0">
                <a:latin typeface="Arial" panose="020B0604020202020204" pitchFamily="34" charset="0"/>
                <a:cs typeface="Arial" panose="020B0604020202020204" pitchFamily="34" charset="0"/>
              </a:rPr>
              <a:t>Important health and safety notices:</a:t>
            </a:r>
          </a:p>
          <a:p>
            <a:pPr>
              <a:defRPr/>
            </a:pPr>
            <a:endParaRPr lang="en-US" sz="1100" dirty="0">
              <a:solidFill>
                <a:schemeClr val="bg1"/>
              </a:solidFill>
              <a:latin typeface="Arial" panose="020B0604020202020204" pitchFamily="34" charset="0"/>
              <a:cs typeface="Arial" panose="020B0604020202020204" pitchFamily="34" charset="0"/>
            </a:endParaRPr>
          </a:p>
          <a:p>
            <a:pPr>
              <a:defRPr/>
            </a:pPr>
            <a:r>
              <a:rPr lang="en-US" sz="1500" b="1" i="1" u="sng" dirty="0">
                <a:latin typeface="Arial" panose="020B0604020202020204" pitchFamily="34" charset="0"/>
                <a:cs typeface="Arial" panose="020B0604020202020204" pitchFamily="34" charset="0"/>
              </a:rPr>
              <a:t>Fire exit:</a:t>
            </a:r>
            <a:r>
              <a:rPr lang="en-US" sz="1500" b="1" i="1" dirty="0">
                <a:latin typeface="Arial" panose="020B0604020202020204" pitchFamily="34" charset="0"/>
                <a:cs typeface="Arial" panose="020B0604020202020204" pitchFamily="34" charset="0"/>
              </a:rPr>
              <a:t>  	  </a:t>
            </a:r>
            <a:r>
              <a:rPr lang="en-US" sz="2000" b="1" dirty="0">
                <a:latin typeface="Arial" panose="020B0604020202020204" pitchFamily="34" charset="0"/>
                <a:cs typeface="Arial" panose="020B0604020202020204" pitchFamily="34" charset="0"/>
              </a:rPr>
              <a:t>Through the foyer and on either side of the main body of </a:t>
            </a:r>
          </a:p>
          <a:p>
            <a:pPr>
              <a:defRPr/>
            </a:pPr>
            <a:r>
              <a:rPr lang="en-US" sz="2000" b="1" dirty="0">
                <a:latin typeface="Arial" panose="020B0604020202020204" pitchFamily="34" charset="0"/>
                <a:cs typeface="Arial" panose="020B0604020202020204" pitchFamily="34" charset="0"/>
              </a:rPr>
              <a:t>	  the church</a:t>
            </a:r>
            <a:endParaRPr lang="en-US" b="1" dirty="0">
              <a:latin typeface="Arial" panose="020B0604020202020204" pitchFamily="34" charset="0"/>
              <a:cs typeface="Arial" panose="020B0604020202020204" pitchFamily="34" charset="0"/>
            </a:endParaRPr>
          </a:p>
          <a:p>
            <a:pPr>
              <a:defRPr/>
            </a:pPr>
            <a:endParaRPr lang="en-US" sz="1400" b="1" dirty="0">
              <a:latin typeface="Arial" panose="020B0604020202020204" pitchFamily="34" charset="0"/>
              <a:cs typeface="Arial" panose="020B0604020202020204" pitchFamily="34" charset="0"/>
            </a:endParaRPr>
          </a:p>
          <a:p>
            <a:pPr>
              <a:defRPr/>
            </a:pPr>
            <a:r>
              <a:rPr lang="en-US" sz="1500" b="1" i="1" u="sng" dirty="0">
                <a:latin typeface="Arial" panose="020B0604020202020204" pitchFamily="34" charset="0"/>
                <a:cs typeface="Arial" panose="020B0604020202020204" pitchFamily="34" charset="0"/>
              </a:rPr>
              <a:t>Toilets:</a:t>
            </a:r>
            <a:r>
              <a:rPr lang="en-US" sz="1500" b="1" i="1" dirty="0">
                <a:latin typeface="Arial" panose="020B0604020202020204" pitchFamily="34" charset="0"/>
                <a:cs typeface="Arial" panose="020B0604020202020204" pitchFamily="34" charset="0"/>
              </a:rPr>
              <a:t>   </a:t>
            </a:r>
          </a:p>
          <a:p>
            <a:pPr marL="685794" lvl="1" indent="-228594">
              <a:buFont typeface="Wingdings" pitchFamily="2" charset="2"/>
              <a:buChar char="ü"/>
              <a:defRPr/>
            </a:pPr>
            <a:r>
              <a:rPr lang="en-US" sz="2000" b="1" dirty="0">
                <a:latin typeface="Arial" panose="020B0604020202020204" pitchFamily="34" charset="0"/>
                <a:cs typeface="Arial" panose="020B0604020202020204" pitchFamily="34" charset="0"/>
              </a:rPr>
              <a:t>For public on the right in the foyer.</a:t>
            </a:r>
          </a:p>
          <a:p>
            <a:pPr marL="685794" lvl="1" indent="-228594">
              <a:buFont typeface="Wingdings" pitchFamily="2" charset="2"/>
              <a:buChar char="ü"/>
              <a:defRPr/>
            </a:pPr>
            <a:r>
              <a:rPr lang="en-US" sz="2000" b="1" dirty="0">
                <a:latin typeface="Arial" panose="020B0604020202020204" pitchFamily="34" charset="0"/>
                <a:cs typeface="Arial" panose="020B0604020202020204" pitchFamily="34" charset="0"/>
              </a:rPr>
              <a:t>Small children must be accompanied by an adult.</a:t>
            </a:r>
          </a:p>
          <a:p>
            <a:pPr marL="685794" lvl="1" indent="-228594">
              <a:buFont typeface="Wingdings" pitchFamily="2" charset="2"/>
              <a:buChar char="ü"/>
              <a:defRPr/>
            </a:pPr>
            <a:r>
              <a:rPr lang="en-US" sz="2000" b="1" dirty="0">
                <a:latin typeface="Arial" panose="020B0604020202020204" pitchFamily="34" charset="0"/>
                <a:cs typeface="Arial" panose="020B0604020202020204" pitchFamily="34" charset="0"/>
              </a:rPr>
              <a:t>Sacristy toilet is for Clergy only.</a:t>
            </a:r>
          </a:p>
          <a:p>
            <a:pPr>
              <a:defRPr/>
            </a:pPr>
            <a:endParaRPr lang="en-US" sz="1100" dirty="0">
              <a:latin typeface="Arial" panose="020B0604020202020204" pitchFamily="34" charset="0"/>
              <a:cs typeface="Arial" panose="020B0604020202020204" pitchFamily="34" charset="0"/>
            </a:endParaRPr>
          </a:p>
          <a:p>
            <a:pPr>
              <a:defRPr/>
            </a:pPr>
            <a:endParaRPr lang="en-US" sz="2400" dirty="0">
              <a:latin typeface="Arial" panose="020B0604020202020204" pitchFamily="34" charset="0"/>
              <a:cs typeface="Arial" panose="020B0604020202020204" pitchFamily="34" charset="0"/>
            </a:endParaRPr>
          </a:p>
          <a:p>
            <a:pPr>
              <a:defRPr/>
            </a:pPr>
            <a:endParaRPr lang="en-US" sz="1600" dirty="0">
              <a:latin typeface="Arial" panose="020B0604020202020204" pitchFamily="34" charset="0"/>
              <a:cs typeface="Arial" panose="020B0604020202020204" pitchFamily="34" charset="0"/>
            </a:endParaRPr>
          </a:p>
          <a:p>
            <a:pPr>
              <a:defRPr/>
            </a:pPr>
            <a:endParaRPr lang="en-US" sz="1600" dirty="0">
              <a:solidFill>
                <a:schemeClr val="bg1"/>
              </a:solidFill>
              <a:latin typeface="Arial" panose="020B0604020202020204" pitchFamily="34" charset="0"/>
              <a:cs typeface="Arial" panose="020B0604020202020204" pitchFamily="34" charset="0"/>
            </a:endParaRPr>
          </a:p>
          <a:p>
            <a:pPr>
              <a:lnSpc>
                <a:spcPct val="107000"/>
              </a:lnSpc>
              <a:spcAft>
                <a:spcPts val="800"/>
              </a:spcAft>
              <a:defRPr/>
            </a:pPr>
            <a:r>
              <a:rPr lang="en-NZ" sz="1600" kern="100" dirty="0">
                <a:latin typeface="Arial" panose="020B0604020202020204" pitchFamily="34" charset="0"/>
                <a:ea typeface="Aptos" panose="020B0004020202020204" pitchFamily="34" charset="0"/>
                <a:cs typeface="Arial" panose="020B0604020202020204" pitchFamily="34" charset="0"/>
              </a:rPr>
              <a:t> </a:t>
            </a:r>
          </a:p>
          <a:p>
            <a:pPr>
              <a:lnSpc>
                <a:spcPct val="107000"/>
              </a:lnSpc>
              <a:spcAft>
                <a:spcPts val="800"/>
              </a:spcAft>
              <a:defRPr/>
            </a:pPr>
            <a:endParaRPr lang="en-NZ" sz="1600" kern="100" dirty="0">
              <a:latin typeface="Arial" panose="020B0604020202020204" pitchFamily="34" charset="0"/>
              <a:ea typeface="Aptos" panose="020B0004020202020204" pitchFamily="34" charset="0"/>
              <a:cs typeface="Arial" panose="020B0604020202020204" pitchFamily="34" charset="0"/>
            </a:endParaRPr>
          </a:p>
          <a:p>
            <a:pPr>
              <a:lnSpc>
                <a:spcPct val="107000"/>
              </a:lnSpc>
              <a:spcAft>
                <a:spcPts val="800"/>
              </a:spcAft>
              <a:defRPr/>
            </a:pPr>
            <a:endParaRPr lang="en-NZ" sz="1600" kern="100" dirty="0">
              <a:latin typeface="Arial" panose="020B0604020202020204" pitchFamily="34" charset="0"/>
              <a:ea typeface="Aptos" panose="020B0004020202020204" pitchFamily="34" charset="0"/>
              <a:cs typeface="Arial" panose="020B0604020202020204" pitchFamily="34" charset="0"/>
            </a:endParaRPr>
          </a:p>
          <a:p>
            <a:pPr lvl="1">
              <a:defRPr/>
            </a:pPr>
            <a:endParaRPr lang="en-NZ" sz="2400" b="1" i="1" kern="100" dirty="0">
              <a:latin typeface="Arial" panose="020B0604020202020204" pitchFamily="34" charset="0"/>
              <a:ea typeface="Aptos" panose="020B0004020202020204" pitchFamily="34" charset="0"/>
              <a:cs typeface="Arial" panose="020B0604020202020204" pitchFamily="34" charset="0"/>
            </a:endParaRPr>
          </a:p>
          <a:p>
            <a:pPr lvl="1">
              <a:defRPr/>
            </a:pPr>
            <a:r>
              <a:rPr lang="en-NZ" sz="2400" b="1" i="1" kern="100" dirty="0">
                <a:latin typeface="Arial" panose="020B0604020202020204" pitchFamily="34" charset="0"/>
                <a:ea typeface="Aptos" panose="020B0004020202020204" pitchFamily="34" charset="0"/>
                <a:cs typeface="Arial" panose="020B0604020202020204" pitchFamily="34" charset="0"/>
              </a:rPr>
              <a:t>Please </a:t>
            </a:r>
            <a:r>
              <a:rPr lang="en-NZ" sz="2400" b="1" i="1" kern="100" dirty="0">
                <a:solidFill>
                  <a:srgbClr val="FF0000"/>
                </a:solidFill>
                <a:latin typeface="Arial" panose="020B0604020202020204" pitchFamily="34" charset="0"/>
                <a:ea typeface="Aptos" panose="020B0004020202020204" pitchFamily="34" charset="0"/>
                <a:cs typeface="Arial" panose="020B0604020202020204" pitchFamily="34" charset="0"/>
              </a:rPr>
              <a:t>DO NOT </a:t>
            </a:r>
            <a:r>
              <a:rPr lang="en-NZ" sz="2400" b="1" i="1" kern="100" dirty="0">
                <a:latin typeface="Arial" panose="020B0604020202020204" pitchFamily="34" charset="0"/>
                <a:ea typeface="Aptos" panose="020B0004020202020204" pitchFamily="34" charset="0"/>
                <a:cs typeface="Arial" panose="020B0604020202020204" pitchFamily="34" charset="0"/>
              </a:rPr>
              <a:t>let your child /ren play on the stairs.</a:t>
            </a:r>
          </a:p>
          <a:p>
            <a:pPr lvl="1">
              <a:defRPr/>
            </a:pPr>
            <a:r>
              <a:rPr lang="en-US" altLang="en-US" sz="2400" b="1" i="1" kern="100" dirty="0">
                <a:latin typeface="Arial" panose="020B0604020202020204" pitchFamily="34" charset="0"/>
                <a:cs typeface="Arial" panose="020B0604020202020204" pitchFamily="34" charset="0"/>
              </a:rPr>
              <a:t>Please </a:t>
            </a:r>
            <a:r>
              <a:rPr lang="en-US" altLang="en-US" sz="2400" b="1" i="1" kern="100" dirty="0">
                <a:solidFill>
                  <a:srgbClr val="FF0000"/>
                </a:solidFill>
                <a:latin typeface="Arial" panose="020B0604020202020204" pitchFamily="34" charset="0"/>
                <a:cs typeface="Arial" panose="020B0604020202020204" pitchFamily="34" charset="0"/>
              </a:rPr>
              <a:t>TURN OFF  </a:t>
            </a:r>
            <a:r>
              <a:rPr lang="en-US" altLang="en-US" sz="2400" b="1" i="1" kern="100" dirty="0">
                <a:latin typeface="Arial" panose="020B0604020202020204" pitchFamily="34" charset="0"/>
                <a:cs typeface="Arial" panose="020B0604020202020204" pitchFamily="34" charset="0"/>
              </a:rPr>
              <a:t>your cellphone.</a:t>
            </a:r>
            <a:endParaRPr lang="en-NZ" sz="2400" b="1" i="1" kern="100" dirty="0">
              <a:latin typeface="Arial" panose="020B0604020202020204" pitchFamily="34" charset="0"/>
              <a:cs typeface="Arial" panose="020B0604020202020204" pitchFamily="34" charset="0"/>
            </a:endParaRPr>
          </a:p>
          <a:p>
            <a:pPr lvl="1">
              <a:defRPr/>
            </a:pPr>
            <a:r>
              <a:rPr lang="en-NZ" sz="2400" b="1" i="1" kern="100" dirty="0">
                <a:latin typeface="Arial" panose="020B0604020202020204" pitchFamily="34" charset="0"/>
                <a:ea typeface="Aptos" panose="020B0004020202020204" pitchFamily="34" charset="0"/>
                <a:cs typeface="Arial" panose="020B0604020202020204" pitchFamily="34" charset="0"/>
              </a:rPr>
              <a:t>Thank you. God bless.</a:t>
            </a:r>
          </a:p>
        </p:txBody>
      </p:sp>
      <p:graphicFrame>
        <p:nvGraphicFramePr>
          <p:cNvPr id="5" name="Table 4">
            <a:extLst>
              <a:ext uri="{FF2B5EF4-FFF2-40B4-BE49-F238E27FC236}">
                <a16:creationId xmlns:a16="http://schemas.microsoft.com/office/drawing/2014/main" id="{4F911929-7C41-FF0C-F561-9D2231F0AECB}"/>
              </a:ext>
            </a:extLst>
          </p:cNvPr>
          <p:cNvGraphicFramePr>
            <a:graphicFrameLocks noGrp="1"/>
          </p:cNvGraphicFramePr>
          <p:nvPr userDrawn="1"/>
        </p:nvGraphicFramePr>
        <p:xfrm>
          <a:off x="191344" y="3148642"/>
          <a:ext cx="11809312" cy="1785668"/>
        </p:xfrm>
        <a:graphic>
          <a:graphicData uri="http://schemas.openxmlformats.org/drawingml/2006/table">
            <a:tbl>
              <a:tblPr firstRow="1" bandRow="1">
                <a:tableStyleId>{5C22544A-7EE6-4342-B048-85BDC9FD1C3A}</a:tableStyleId>
              </a:tblPr>
              <a:tblGrid>
                <a:gridCol w="7093001">
                  <a:extLst>
                    <a:ext uri="{9D8B030D-6E8A-4147-A177-3AD203B41FA5}">
                      <a16:colId xmlns:a16="http://schemas.microsoft.com/office/drawing/2014/main" val="1042179603"/>
                    </a:ext>
                  </a:extLst>
                </a:gridCol>
                <a:gridCol w="4716311">
                  <a:extLst>
                    <a:ext uri="{9D8B030D-6E8A-4147-A177-3AD203B41FA5}">
                      <a16:colId xmlns:a16="http://schemas.microsoft.com/office/drawing/2014/main" val="472394721"/>
                    </a:ext>
                  </a:extLst>
                </a:gridCol>
              </a:tblGrid>
              <a:tr h="1785668">
                <a:tc>
                  <a:txBody>
                    <a:bodyPr/>
                    <a:lstStyle/>
                    <a:p>
                      <a:pPr marL="216000" indent="-241200">
                        <a:defRPr/>
                      </a:pPr>
                      <a:r>
                        <a:rPr lang="en-US" sz="1500" b="1" i="1" u="sng" dirty="0">
                          <a:solidFill>
                            <a:sysClr val="windowText" lastClr="000000"/>
                          </a:solidFill>
                          <a:effectLst/>
                          <a:latin typeface="Arial" panose="020B0604020202020204" pitchFamily="34" charset="0"/>
                          <a:cs typeface="Arial" panose="020B0604020202020204" pitchFamily="34" charset="0"/>
                        </a:rPr>
                        <a:t>Access to areas:</a:t>
                      </a:r>
                    </a:p>
                    <a:p>
                      <a:pPr marL="216000" indent="-241200">
                        <a:lnSpc>
                          <a:spcPct val="150000"/>
                        </a:lnSpc>
                        <a:buFont typeface="+mj-lt"/>
                        <a:buAutoNum type="arabicPeriod"/>
                        <a:defRPr/>
                      </a:pPr>
                      <a:r>
                        <a:rPr lang="en-US" sz="1600" b="1" dirty="0">
                          <a:solidFill>
                            <a:sysClr val="windowText" lastClr="000000"/>
                          </a:solidFill>
                          <a:effectLst/>
                          <a:latin typeface="Arial" panose="020B0604020202020204" pitchFamily="34" charset="0"/>
                          <a:cs typeface="Arial" panose="020B0604020202020204" pitchFamily="34" charset="0"/>
                        </a:rPr>
                        <a:t>First door to the sacristy is for Priests and Sacristans only</a:t>
                      </a:r>
                    </a:p>
                    <a:p>
                      <a:pPr marL="216000" indent="-241200">
                        <a:lnSpc>
                          <a:spcPct val="150000"/>
                        </a:lnSpc>
                        <a:buFont typeface="+mj-lt"/>
                        <a:buAutoNum type="arabicPeriod"/>
                        <a:defRPr/>
                      </a:pPr>
                      <a:r>
                        <a:rPr lang="en-US" sz="1600" b="1" dirty="0">
                          <a:solidFill>
                            <a:sysClr val="windowText" lastClr="000000"/>
                          </a:solidFill>
                          <a:effectLst/>
                          <a:latin typeface="Arial" panose="020B0604020202020204" pitchFamily="34" charset="0"/>
                          <a:cs typeface="Arial" panose="020B0604020202020204" pitchFamily="34" charset="0"/>
                        </a:rPr>
                        <a:t>Back door to the sacristy is for Altar Servers and Music groups.</a:t>
                      </a:r>
                    </a:p>
                    <a:p>
                      <a:pPr marL="216000" indent="-241200">
                        <a:lnSpc>
                          <a:spcPct val="150000"/>
                        </a:lnSpc>
                        <a:buFont typeface="+mj-lt"/>
                        <a:buAutoNum type="arabicPeriod"/>
                        <a:defRPr/>
                      </a:pPr>
                      <a:r>
                        <a:rPr lang="en-NZ" sz="1600" b="1" kern="100" dirty="0">
                          <a:solidFill>
                            <a:sysClr val="windowText" lastClr="000000"/>
                          </a:solidFill>
                          <a:effectLst/>
                          <a:latin typeface="Arial" panose="020B0604020202020204" pitchFamily="34" charset="0"/>
                          <a:ea typeface="Aptos" panose="020B0004020202020204" pitchFamily="34" charset="0"/>
                          <a:cs typeface="Arial" panose="020B0604020202020204" pitchFamily="34" charset="0"/>
                        </a:rPr>
                        <a:t>Back room in the sacristy for flower arranging.</a:t>
                      </a:r>
                    </a:p>
                    <a:p>
                      <a:pPr marL="216000" indent="-241200">
                        <a:lnSpc>
                          <a:spcPct val="150000"/>
                        </a:lnSpc>
                        <a:buFont typeface="+mj-lt"/>
                        <a:buAutoNum type="arabicPeriod"/>
                        <a:defRPr/>
                      </a:pPr>
                      <a:r>
                        <a:rPr lang="en-NZ" sz="1600" b="1" kern="100" dirty="0">
                          <a:solidFill>
                            <a:sysClr val="windowText" lastClr="000000"/>
                          </a:solidFill>
                          <a:effectLst/>
                          <a:latin typeface="Arial" panose="020B0604020202020204" pitchFamily="34" charset="0"/>
                          <a:ea typeface="Aptos" panose="020B0004020202020204" pitchFamily="34" charset="0"/>
                          <a:cs typeface="Arial" panose="020B0604020202020204" pitchFamily="34" charset="0"/>
                        </a:rPr>
                        <a:t>The Vestry is reserved for the Priests to robe for Mass</a:t>
                      </a:r>
                      <a:endParaRPr lang="en-NZ" sz="1500" b="1" kern="100" dirty="0">
                        <a:solidFill>
                          <a:sysClr val="windowText" lastClr="000000"/>
                        </a:solidFill>
                        <a:effectLst/>
                        <a:latin typeface="Arial" panose="020B0604020202020204" pitchFamily="34" charset="0"/>
                        <a:ea typeface="Aptos" panose="020B0004020202020204" pitchFamily="34" charset="0"/>
                        <a:cs typeface="Arial" panose="020B0604020202020204" pitchFamily="34" charset="0"/>
                      </a:endParaRPr>
                    </a:p>
                  </a:txBody>
                  <a:tcPr marL="121920" marR="121920" marT="60960" marB="60960">
                    <a:solidFill>
                      <a:schemeClr val="bg1">
                        <a:lumMod val="85000"/>
                      </a:schemeClr>
                    </a:solidFill>
                  </a:tcPr>
                </a:tc>
                <a:tc>
                  <a:txBody>
                    <a:bodyPr/>
                    <a:lstStyle/>
                    <a:p>
                      <a:pPr>
                        <a:lnSpc>
                          <a:spcPct val="107000"/>
                        </a:lnSpc>
                        <a:spcAft>
                          <a:spcPts val="600"/>
                        </a:spcAft>
                        <a:defRPr/>
                      </a:pPr>
                      <a:r>
                        <a:rPr lang="en-NZ" sz="1500" b="1" i="1" u="sng" kern="1200" dirty="0">
                          <a:solidFill>
                            <a:sysClr val="windowText" lastClr="000000"/>
                          </a:solidFill>
                          <a:effectLst/>
                          <a:latin typeface="Arial" panose="020B0604020202020204" pitchFamily="34" charset="0"/>
                          <a:ea typeface="+mn-ea"/>
                          <a:cs typeface="Arial" panose="020B0604020202020204" pitchFamily="34" charset="0"/>
                        </a:rPr>
                        <a:t>Health and Wellness:</a:t>
                      </a:r>
                    </a:p>
                    <a:p>
                      <a:pPr marL="228600" indent="-228600">
                        <a:lnSpc>
                          <a:spcPct val="107000"/>
                        </a:lnSpc>
                        <a:spcAft>
                          <a:spcPts val="600"/>
                        </a:spcAft>
                        <a:buFont typeface="+mj-lt"/>
                        <a:buAutoNum type="alphaLcParenR"/>
                        <a:defRPr/>
                      </a:pPr>
                      <a:r>
                        <a:rPr lang="en-NZ" sz="1600" b="1" kern="1200" dirty="0">
                          <a:solidFill>
                            <a:sysClr val="windowText" lastClr="000000"/>
                          </a:solidFill>
                          <a:effectLst/>
                          <a:latin typeface="Arial" panose="020B0604020202020204" pitchFamily="34" charset="0"/>
                          <a:ea typeface="+mn-ea"/>
                          <a:cs typeface="Arial" panose="020B0604020202020204" pitchFamily="34" charset="0"/>
                        </a:rPr>
                        <a:t> Please stay home if you are feeling unwell.</a:t>
                      </a:r>
                    </a:p>
                    <a:p>
                      <a:pPr marL="228600" indent="-228600">
                        <a:lnSpc>
                          <a:spcPct val="107000"/>
                        </a:lnSpc>
                        <a:spcAft>
                          <a:spcPts val="600"/>
                        </a:spcAft>
                        <a:buFont typeface="+mj-lt"/>
                        <a:buAutoNum type="alphaLcParenR"/>
                        <a:defRPr/>
                      </a:pPr>
                      <a:r>
                        <a:rPr lang="en-NZ" sz="1600" b="1" kern="1200" dirty="0">
                          <a:solidFill>
                            <a:sysClr val="windowText" lastClr="000000"/>
                          </a:solidFill>
                          <a:effectLst/>
                          <a:latin typeface="Arial" panose="020B0604020202020204" pitchFamily="34" charset="0"/>
                          <a:ea typeface="+mn-ea"/>
                          <a:cs typeface="Arial" panose="020B0604020202020204" pitchFamily="34" charset="0"/>
                        </a:rPr>
                        <a:t> Masks are optional while attending Mass.</a:t>
                      </a:r>
                    </a:p>
                    <a:p>
                      <a:pPr marL="228600" indent="-228600">
                        <a:lnSpc>
                          <a:spcPct val="107000"/>
                        </a:lnSpc>
                        <a:spcAft>
                          <a:spcPts val="600"/>
                        </a:spcAft>
                        <a:buFont typeface="+mj-lt"/>
                        <a:buAutoNum type="alphaLcParenR"/>
                        <a:defRPr/>
                      </a:pPr>
                      <a:r>
                        <a:rPr lang="en-NZ" sz="1600" b="1" kern="1200" dirty="0">
                          <a:solidFill>
                            <a:sysClr val="windowText" lastClr="000000"/>
                          </a:solidFill>
                          <a:effectLst/>
                          <a:latin typeface="Arial" panose="020B0604020202020204" pitchFamily="34" charset="0"/>
                          <a:ea typeface="+mn-ea"/>
                          <a:cs typeface="Arial" panose="020B0604020202020204" pitchFamily="34" charset="0"/>
                        </a:rPr>
                        <a:t> Communion is only given on the hand.</a:t>
                      </a:r>
                    </a:p>
                    <a:p>
                      <a:endParaRPr lang="en-AE" sz="1500" dirty="0">
                        <a:effectLst/>
                      </a:endParaRPr>
                    </a:p>
                  </a:txBody>
                  <a:tcPr marL="121920" marR="121920" marT="60960" marB="60960">
                    <a:solidFill>
                      <a:schemeClr val="bg1">
                        <a:lumMod val="85000"/>
                      </a:schemeClr>
                    </a:solidFill>
                  </a:tcPr>
                </a:tc>
                <a:extLst>
                  <a:ext uri="{0D108BD9-81ED-4DB2-BD59-A6C34878D82A}">
                    <a16:rowId xmlns:a16="http://schemas.microsoft.com/office/drawing/2014/main" val="2990046146"/>
                  </a:ext>
                </a:extLst>
              </a:tr>
            </a:tbl>
          </a:graphicData>
        </a:graphic>
      </p:graphicFrame>
    </p:spTree>
    <p:extLst>
      <p:ext uri="{BB962C8B-B14F-4D97-AF65-F5344CB8AC3E}">
        <p14:creationId xmlns:p14="http://schemas.microsoft.com/office/powerpoint/2010/main" val="29642506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22258951"/>
      </p:ext>
    </p:extLst>
  </p:cSld>
  <p:clrMap bg1="lt1" tx1="dk1" bg2="lt2" tx2="dk2" accent1="accent1" accent2="accent2" accent3="accent3" accent4="accent4" accent5="accent5" accent6="accent6" hlink="hlink" folHlink="folHlink"/>
  <p:sldLayoutIdLst>
    <p:sldLayoutId id="2147483654" r:id="rId1"/>
    <p:sldLayoutId id="2147483655" r:id="rId2"/>
    <p:sldLayoutId id="2147483656" r:id="rId3"/>
    <p:sldLayoutId id="2147483658" r:id="rId4"/>
    <p:sldLayoutId id="2147483659" r:id="rId5"/>
    <p:sldLayoutId id="2147483657" r:id="rId6"/>
    <p:sldLayoutId id="2147483660" r:id="rId7"/>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A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B1C7C45-6B92-2F0D-8CF1-7ED2C20F3D53}"/>
              </a:ext>
            </a:extLst>
          </p:cNvPr>
          <p:cNvSpPr txBox="1"/>
          <p:nvPr userDrawn="1"/>
        </p:nvSpPr>
        <p:spPr>
          <a:xfrm>
            <a:off x="96751" y="317667"/>
            <a:ext cx="11809312" cy="6222666"/>
          </a:xfrm>
          <a:prstGeom prst="rect">
            <a:avLst/>
          </a:prstGeom>
          <a:noFill/>
        </p:spPr>
        <p:txBody>
          <a:bodyPr wrap="square">
            <a:spAutoFit/>
          </a:bodyPr>
          <a:lstStyle/>
          <a:p>
            <a:pPr>
              <a:defRPr/>
            </a:pPr>
            <a:r>
              <a:rPr lang="en-US" sz="2400" b="1" u="sng" dirty="0">
                <a:latin typeface="Arial" panose="020B0604020202020204" pitchFamily="34" charset="0"/>
                <a:cs typeface="Arial" panose="020B0604020202020204" pitchFamily="34" charset="0"/>
              </a:rPr>
              <a:t>Important health and safety notices:</a:t>
            </a:r>
          </a:p>
          <a:p>
            <a:pPr>
              <a:defRPr/>
            </a:pPr>
            <a:endParaRPr lang="en-US" sz="1100" dirty="0">
              <a:solidFill>
                <a:schemeClr val="bg1"/>
              </a:solidFill>
              <a:latin typeface="Arial" panose="020B0604020202020204" pitchFamily="34" charset="0"/>
              <a:cs typeface="Arial" panose="020B0604020202020204" pitchFamily="34" charset="0"/>
            </a:endParaRPr>
          </a:p>
          <a:p>
            <a:pPr>
              <a:defRPr/>
            </a:pPr>
            <a:r>
              <a:rPr lang="en-US" sz="1500" b="1" i="1" u="sng" dirty="0">
                <a:latin typeface="Arial" panose="020B0604020202020204" pitchFamily="34" charset="0"/>
                <a:cs typeface="Arial" panose="020B0604020202020204" pitchFamily="34" charset="0"/>
              </a:rPr>
              <a:t>Fire exit:</a:t>
            </a:r>
            <a:r>
              <a:rPr lang="en-US" sz="1500" b="1" i="1" dirty="0">
                <a:latin typeface="Arial" panose="020B0604020202020204" pitchFamily="34" charset="0"/>
                <a:cs typeface="Arial" panose="020B0604020202020204" pitchFamily="34" charset="0"/>
              </a:rPr>
              <a:t>  	  </a:t>
            </a:r>
            <a:r>
              <a:rPr lang="en-US" sz="2000" b="1" dirty="0">
                <a:latin typeface="Arial" panose="020B0604020202020204" pitchFamily="34" charset="0"/>
                <a:cs typeface="Arial" panose="020B0604020202020204" pitchFamily="34" charset="0"/>
              </a:rPr>
              <a:t>Through the foyer and on either side of the main body of </a:t>
            </a:r>
          </a:p>
          <a:p>
            <a:pPr>
              <a:defRPr/>
            </a:pPr>
            <a:r>
              <a:rPr lang="en-US" sz="2000" b="1" dirty="0">
                <a:latin typeface="Arial" panose="020B0604020202020204" pitchFamily="34" charset="0"/>
                <a:cs typeface="Arial" panose="020B0604020202020204" pitchFamily="34" charset="0"/>
              </a:rPr>
              <a:t>	  the church</a:t>
            </a:r>
            <a:endParaRPr lang="en-US" b="1" dirty="0">
              <a:latin typeface="Arial" panose="020B0604020202020204" pitchFamily="34" charset="0"/>
              <a:cs typeface="Arial" panose="020B0604020202020204" pitchFamily="34" charset="0"/>
            </a:endParaRPr>
          </a:p>
          <a:p>
            <a:pPr>
              <a:defRPr/>
            </a:pPr>
            <a:endParaRPr lang="en-US" sz="1400" b="1" dirty="0">
              <a:latin typeface="Arial" panose="020B0604020202020204" pitchFamily="34" charset="0"/>
              <a:cs typeface="Arial" panose="020B0604020202020204" pitchFamily="34" charset="0"/>
            </a:endParaRPr>
          </a:p>
          <a:p>
            <a:pPr>
              <a:defRPr/>
            </a:pPr>
            <a:r>
              <a:rPr lang="en-US" sz="1500" b="1" i="1" u="sng" dirty="0">
                <a:latin typeface="Arial" panose="020B0604020202020204" pitchFamily="34" charset="0"/>
                <a:cs typeface="Arial" panose="020B0604020202020204" pitchFamily="34" charset="0"/>
              </a:rPr>
              <a:t>Toilets:</a:t>
            </a:r>
            <a:r>
              <a:rPr lang="en-US" sz="1500" b="1" i="1" dirty="0">
                <a:latin typeface="Arial" panose="020B0604020202020204" pitchFamily="34" charset="0"/>
                <a:cs typeface="Arial" panose="020B0604020202020204" pitchFamily="34" charset="0"/>
              </a:rPr>
              <a:t>   </a:t>
            </a:r>
          </a:p>
          <a:p>
            <a:pPr marL="685794" lvl="1" indent="-228594">
              <a:buFont typeface="Wingdings" pitchFamily="2" charset="2"/>
              <a:buChar char="ü"/>
              <a:defRPr/>
            </a:pPr>
            <a:r>
              <a:rPr lang="en-US" sz="2000" b="1" dirty="0">
                <a:latin typeface="Arial" panose="020B0604020202020204" pitchFamily="34" charset="0"/>
                <a:cs typeface="Arial" panose="020B0604020202020204" pitchFamily="34" charset="0"/>
              </a:rPr>
              <a:t>For public on the right in the foyer.</a:t>
            </a:r>
          </a:p>
          <a:p>
            <a:pPr marL="685794" lvl="1" indent="-228594">
              <a:buFont typeface="Wingdings" pitchFamily="2" charset="2"/>
              <a:buChar char="ü"/>
              <a:defRPr/>
            </a:pPr>
            <a:r>
              <a:rPr lang="en-US" sz="2000" b="1" dirty="0">
                <a:latin typeface="Arial" panose="020B0604020202020204" pitchFamily="34" charset="0"/>
                <a:cs typeface="Arial" panose="020B0604020202020204" pitchFamily="34" charset="0"/>
              </a:rPr>
              <a:t>Small children must be accompanied by an adult.</a:t>
            </a:r>
          </a:p>
          <a:p>
            <a:pPr marL="685794" lvl="1" indent="-228594">
              <a:buFont typeface="Wingdings" pitchFamily="2" charset="2"/>
              <a:buChar char="ü"/>
              <a:defRPr/>
            </a:pPr>
            <a:r>
              <a:rPr lang="en-US" sz="2000" b="1" dirty="0">
                <a:latin typeface="Arial" panose="020B0604020202020204" pitchFamily="34" charset="0"/>
                <a:cs typeface="Arial" panose="020B0604020202020204" pitchFamily="34" charset="0"/>
              </a:rPr>
              <a:t>Sacristy toilet is for Clergy only.</a:t>
            </a:r>
          </a:p>
          <a:p>
            <a:pPr>
              <a:defRPr/>
            </a:pPr>
            <a:endParaRPr lang="en-US" sz="1100" dirty="0">
              <a:latin typeface="Arial" panose="020B0604020202020204" pitchFamily="34" charset="0"/>
              <a:cs typeface="Arial" panose="020B0604020202020204" pitchFamily="34" charset="0"/>
            </a:endParaRPr>
          </a:p>
          <a:p>
            <a:pPr>
              <a:defRPr/>
            </a:pPr>
            <a:endParaRPr lang="en-US" sz="2400" dirty="0">
              <a:latin typeface="Arial" panose="020B0604020202020204" pitchFamily="34" charset="0"/>
              <a:cs typeface="Arial" panose="020B0604020202020204" pitchFamily="34" charset="0"/>
            </a:endParaRPr>
          </a:p>
          <a:p>
            <a:pPr>
              <a:defRPr/>
            </a:pPr>
            <a:endParaRPr lang="en-US" sz="1600" dirty="0">
              <a:latin typeface="Arial" panose="020B0604020202020204" pitchFamily="34" charset="0"/>
              <a:cs typeface="Arial" panose="020B0604020202020204" pitchFamily="34" charset="0"/>
            </a:endParaRPr>
          </a:p>
          <a:p>
            <a:pPr>
              <a:defRPr/>
            </a:pPr>
            <a:endParaRPr lang="en-US" sz="1600" dirty="0">
              <a:solidFill>
                <a:schemeClr val="bg1"/>
              </a:solidFill>
              <a:latin typeface="Arial" panose="020B0604020202020204" pitchFamily="34" charset="0"/>
              <a:cs typeface="Arial" panose="020B0604020202020204" pitchFamily="34" charset="0"/>
            </a:endParaRPr>
          </a:p>
          <a:p>
            <a:pPr>
              <a:lnSpc>
                <a:spcPct val="107000"/>
              </a:lnSpc>
              <a:spcAft>
                <a:spcPts val="800"/>
              </a:spcAft>
              <a:defRPr/>
            </a:pPr>
            <a:r>
              <a:rPr lang="en-NZ" sz="1600" kern="100" dirty="0">
                <a:latin typeface="Arial" panose="020B0604020202020204" pitchFamily="34" charset="0"/>
                <a:ea typeface="Aptos" panose="020B0004020202020204" pitchFamily="34" charset="0"/>
                <a:cs typeface="Arial" panose="020B0604020202020204" pitchFamily="34" charset="0"/>
              </a:rPr>
              <a:t> </a:t>
            </a:r>
          </a:p>
          <a:p>
            <a:pPr>
              <a:lnSpc>
                <a:spcPct val="107000"/>
              </a:lnSpc>
              <a:spcAft>
                <a:spcPts val="800"/>
              </a:spcAft>
              <a:defRPr/>
            </a:pPr>
            <a:endParaRPr lang="en-NZ" sz="1600" kern="100" dirty="0">
              <a:latin typeface="Arial" panose="020B0604020202020204" pitchFamily="34" charset="0"/>
              <a:ea typeface="Aptos" panose="020B0004020202020204" pitchFamily="34" charset="0"/>
              <a:cs typeface="Arial" panose="020B0604020202020204" pitchFamily="34" charset="0"/>
            </a:endParaRPr>
          </a:p>
          <a:p>
            <a:pPr>
              <a:lnSpc>
                <a:spcPct val="107000"/>
              </a:lnSpc>
              <a:spcAft>
                <a:spcPts val="800"/>
              </a:spcAft>
              <a:defRPr/>
            </a:pPr>
            <a:endParaRPr lang="en-NZ" sz="1600" kern="100" dirty="0">
              <a:latin typeface="Arial" panose="020B0604020202020204" pitchFamily="34" charset="0"/>
              <a:ea typeface="Aptos" panose="020B0004020202020204" pitchFamily="34" charset="0"/>
              <a:cs typeface="Arial" panose="020B0604020202020204" pitchFamily="34" charset="0"/>
            </a:endParaRPr>
          </a:p>
          <a:p>
            <a:pPr lvl="1">
              <a:defRPr/>
            </a:pPr>
            <a:endParaRPr lang="en-NZ" sz="2400" b="1" i="1" kern="100" dirty="0">
              <a:latin typeface="Arial" panose="020B0604020202020204" pitchFamily="34" charset="0"/>
              <a:ea typeface="Aptos" panose="020B0004020202020204" pitchFamily="34" charset="0"/>
              <a:cs typeface="Arial" panose="020B0604020202020204" pitchFamily="34" charset="0"/>
            </a:endParaRPr>
          </a:p>
          <a:p>
            <a:pPr lvl="1">
              <a:defRPr/>
            </a:pPr>
            <a:r>
              <a:rPr lang="en-NZ" sz="2400" b="1" i="1" kern="100" dirty="0">
                <a:latin typeface="Arial" panose="020B0604020202020204" pitchFamily="34" charset="0"/>
                <a:ea typeface="Aptos" panose="020B0004020202020204" pitchFamily="34" charset="0"/>
                <a:cs typeface="Arial" panose="020B0604020202020204" pitchFamily="34" charset="0"/>
              </a:rPr>
              <a:t>Please </a:t>
            </a:r>
            <a:r>
              <a:rPr lang="en-NZ" sz="2400" b="1" i="1" kern="100" dirty="0">
                <a:solidFill>
                  <a:srgbClr val="FF0000"/>
                </a:solidFill>
                <a:latin typeface="Arial" panose="020B0604020202020204" pitchFamily="34" charset="0"/>
                <a:ea typeface="Aptos" panose="020B0004020202020204" pitchFamily="34" charset="0"/>
                <a:cs typeface="Arial" panose="020B0604020202020204" pitchFamily="34" charset="0"/>
              </a:rPr>
              <a:t>DO NOT </a:t>
            </a:r>
            <a:r>
              <a:rPr lang="en-NZ" sz="2400" b="1" i="1" kern="100" dirty="0">
                <a:latin typeface="Arial" panose="020B0604020202020204" pitchFamily="34" charset="0"/>
                <a:ea typeface="Aptos" panose="020B0004020202020204" pitchFamily="34" charset="0"/>
                <a:cs typeface="Arial" panose="020B0604020202020204" pitchFamily="34" charset="0"/>
              </a:rPr>
              <a:t>let your child /ren play on the stairs.</a:t>
            </a:r>
          </a:p>
          <a:p>
            <a:pPr lvl="1">
              <a:defRPr/>
            </a:pPr>
            <a:r>
              <a:rPr lang="en-US" altLang="en-US" sz="2400" b="1" i="1" kern="100" dirty="0">
                <a:latin typeface="Arial" panose="020B0604020202020204" pitchFamily="34" charset="0"/>
                <a:cs typeface="Arial" panose="020B0604020202020204" pitchFamily="34" charset="0"/>
              </a:rPr>
              <a:t>Please </a:t>
            </a:r>
            <a:r>
              <a:rPr lang="en-US" altLang="en-US" sz="2400" b="1" i="1" kern="100" dirty="0">
                <a:solidFill>
                  <a:srgbClr val="FF0000"/>
                </a:solidFill>
                <a:latin typeface="Arial" panose="020B0604020202020204" pitchFamily="34" charset="0"/>
                <a:cs typeface="Arial" panose="020B0604020202020204" pitchFamily="34" charset="0"/>
              </a:rPr>
              <a:t>TURN OFF  </a:t>
            </a:r>
            <a:r>
              <a:rPr lang="en-US" altLang="en-US" sz="2400" b="1" i="1" kern="100" dirty="0">
                <a:latin typeface="Arial" panose="020B0604020202020204" pitchFamily="34" charset="0"/>
                <a:cs typeface="Arial" panose="020B0604020202020204" pitchFamily="34" charset="0"/>
              </a:rPr>
              <a:t>your cellphone.</a:t>
            </a:r>
            <a:endParaRPr lang="en-NZ" sz="2400" b="1" i="1" kern="100" dirty="0">
              <a:latin typeface="Arial" panose="020B0604020202020204" pitchFamily="34" charset="0"/>
              <a:cs typeface="Arial" panose="020B0604020202020204" pitchFamily="34" charset="0"/>
            </a:endParaRPr>
          </a:p>
          <a:p>
            <a:pPr lvl="1">
              <a:defRPr/>
            </a:pPr>
            <a:r>
              <a:rPr lang="en-NZ" sz="2400" b="1" i="1" kern="100" dirty="0">
                <a:latin typeface="Arial" panose="020B0604020202020204" pitchFamily="34" charset="0"/>
                <a:ea typeface="Aptos" panose="020B0004020202020204" pitchFamily="34" charset="0"/>
                <a:cs typeface="Arial" panose="020B0604020202020204" pitchFamily="34" charset="0"/>
              </a:rPr>
              <a:t>Thank you. God bless.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a:extLst>
              <a:ext uri="{FF2B5EF4-FFF2-40B4-BE49-F238E27FC236}">
                <a16:creationId xmlns:a16="http://schemas.microsoft.com/office/drawing/2014/main" id="{3AED3460-1975-85E3-3AA8-257FE09416BE}"/>
              </a:ext>
            </a:extLst>
          </p:cNvPr>
          <p:cNvSpPr>
            <a:spLocks noGrp="1"/>
          </p:cNvSpPr>
          <p:nvPr>
            <p:ph type="subTitle" idx="1"/>
          </p:nvPr>
        </p:nvSpPr>
        <p:spPr>
          <a:xfrm>
            <a:off x="1" y="4011683"/>
            <a:ext cx="12191999" cy="1655762"/>
          </a:xfrm>
          <a:prstGeom prst="rect">
            <a:avLst/>
          </a:prstGeom>
          <a:solidFill>
            <a:schemeClr val="bg1">
              <a:alpha val="84857"/>
            </a:schemeClr>
          </a:solidFill>
        </p:spPr>
        <p:txBody>
          <a:bodyPr anchor="ctr"/>
          <a:lstStyle>
            <a:lvl1pPr marL="0" indent="0" algn="ctr">
              <a:buNone/>
              <a:defRPr sz="1800" b="0" i="1">
                <a:solidFill>
                  <a:schemeClr val="accent1"/>
                </a:solidFill>
                <a:latin typeface="Times New Roman" panose="02020603050405020304" pitchFamily="18" charset="0"/>
                <a:cs typeface="Times New Roman" panose="0202060305040502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a:p>
        </p:txBody>
      </p:sp>
      <p:sp>
        <p:nvSpPr>
          <p:cNvPr id="2" name="Title">
            <a:extLst>
              <a:ext uri="{FF2B5EF4-FFF2-40B4-BE49-F238E27FC236}">
                <a16:creationId xmlns:a16="http://schemas.microsoft.com/office/drawing/2014/main" id="{DC4AD2FC-DFED-DCC9-CC6E-4817887135A2}"/>
              </a:ext>
            </a:extLst>
          </p:cNvPr>
          <p:cNvSpPr>
            <a:spLocks noGrp="1"/>
          </p:cNvSpPr>
          <p:nvPr>
            <p:ph type="ctrTitle"/>
          </p:nvPr>
        </p:nvSpPr>
        <p:spPr>
          <a:xfrm>
            <a:off x="0" y="1528549"/>
            <a:ext cx="12192000" cy="2387600"/>
          </a:xfrm>
          <a:prstGeom prst="rect">
            <a:avLst/>
          </a:prstGeom>
          <a:solidFill>
            <a:schemeClr val="bg1">
              <a:alpha val="85000"/>
            </a:schemeClr>
          </a:solidFill>
        </p:spPr>
        <p:txBody>
          <a:bodyPr anchor="ctr"/>
          <a:lstStyle>
            <a:lvl1pPr algn="ctr">
              <a:defRPr sz="5400" b="1">
                <a:solidFill>
                  <a:schemeClr val="accent1"/>
                </a:solidFill>
                <a:latin typeface="Times New Roman" panose="02020603050405020304" pitchFamily="18" charset="0"/>
                <a:cs typeface="Times New Roman" panose="02020603050405020304" pitchFamily="18" charset="0"/>
              </a:defRPr>
            </a:lvl1pPr>
          </a:lstStyle>
          <a:p>
            <a:r>
              <a:t>Twenty-third Sunday in Ordinary Time</a:t>
            </a:r>
          </a:p>
        </p:txBody>
      </p:sp>
      <p:sp>
        <p:nvSpPr>
          <p:cNvPr id="6" name="Date">
            <a:extLst>
              <a:ext uri="{FF2B5EF4-FFF2-40B4-BE49-F238E27FC236}">
                <a16:creationId xmlns:a16="http://schemas.microsoft.com/office/drawing/2014/main" id="{1834E721-FFC6-71BA-0416-FB18DF078827}"/>
              </a:ext>
            </a:extLst>
          </p:cNvPr>
          <p:cNvSpPr>
            <a:spLocks noGrp="1"/>
          </p:cNvSpPr>
          <p:nvPr>
            <p:ph type="body" sz="quarter" idx="10"/>
          </p:nvPr>
        </p:nvSpPr>
        <p:spPr>
          <a:xfrm>
            <a:off x="0" y="3219450"/>
            <a:ext cx="12192000" cy="419100"/>
          </a:xfrm>
          <a:prstGeom prst="rect">
            <a:avLst/>
          </a:prstGeom>
        </p:spPr>
        <p:txBody>
          <a:bodyPr anchor="ctr"/>
          <a:lstStyle>
            <a:lvl1pPr algn="ctr">
              <a:buNone/>
              <a:defRPr sz="1600">
                <a:solidFill>
                  <a:schemeClr val="accent1"/>
                </a:solidFill>
                <a:latin typeface="Times New Roman" panose="02020603050405020304" pitchFamily="18" charset="0"/>
                <a:cs typeface="Times New Roman" panose="02020603050405020304" pitchFamily="18" charset="0"/>
              </a:defRPr>
            </a:lvl1pPr>
          </a:lstStyle>
          <a:p>
            <a:r>
              <a:t>Sunday, 6 September 2026</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Lyrics">
            <a:extLst>
              <a:ext uri="{FF2B5EF4-FFF2-40B4-BE49-F238E27FC236}">
                <a16:creationId xmlns:a16="http://schemas.microsoft.com/office/drawing/2014/main" id="{CEF82248-E6A0-7DCA-2366-B58D4E0F4D09}"/>
              </a:ext>
            </a:extLst>
          </p:cNvPr>
          <p:cNvSpPr>
            <a:spLocks noGrp="1"/>
          </p:cNvSpPr>
          <p:nvPr>
            <p:ph type="body" sz="quarter" idx="10"/>
          </p:nvPr>
        </p:nvSpPr>
        <p:spPr>
          <a:xfrm>
            <a:off x="0" y="1143000"/>
            <a:ext cx="12192000" cy="5715000"/>
          </a:xfrm>
          <a:prstGeom prst="rect">
            <a:avLst/>
          </a:prstGeom>
        </p:spPr>
        <p:txBody>
          <a:bodyPr anchor="ctr">
            <a:normAutofit/>
          </a:bodyPr>
          <a:lstStyle>
            <a:lvl1pPr marL="0" indent="0" algn="ctr">
              <a:lnSpc>
                <a:spcPct val="100000"/>
              </a:lnSpc>
              <a:spcBef>
                <a:spcPts val="0"/>
              </a:spcBef>
              <a:buNone/>
              <a:defRPr sz="4800" b="1">
                <a:latin typeface="Times New Roman" panose="02020603050405020304" pitchFamily="18" charset="0"/>
                <a:ea typeface="Verdana" panose="020B0604030504040204" pitchFamily="34" charset="0"/>
                <a:cs typeface="Times New Roman" panose="02020603050405020304" pitchFamily="18" charset="0"/>
              </a:defRPr>
            </a:lvl1pPr>
          </a:lstStyle>
          <a:p>
            <a:r>
              <a:t>I sing the mighty power of God</a:t>
            </a:r>
          </a:p>
          <a:p>
            <a:r>
              <a:t>that made the mountains rise,</a:t>
            </a:r>
          </a:p>
          <a:p>
            <a:r>
              <a:t>that spread the flowing seas abroad</a:t>
            </a:r>
          </a:p>
          <a:p>
            <a:r>
              <a:t>and built the lofty skies.</a:t>
            </a:r>
          </a:p>
        </p:txBody>
      </p:sp>
      <p:sp>
        <p:nvSpPr>
          <p:cNvPr id="2" name="Song Title">
            <a:extLst>
              <a:ext uri="{FF2B5EF4-FFF2-40B4-BE49-F238E27FC236}">
                <a16:creationId xmlns:a16="http://schemas.microsoft.com/office/drawing/2014/main" id="{D8236168-AA03-815A-E2FA-4A05B896B841}"/>
              </a:ext>
            </a:extLst>
          </p:cNvPr>
          <p:cNvSpPr>
            <a:spLocks noGrp="1"/>
          </p:cNvSpPr>
          <p:nvPr>
            <p:ph type="title"/>
          </p:nvPr>
        </p:nvSpPr>
        <p:spPr>
          <a:xfrm>
            <a:off x="0" y="0"/>
            <a:ext cx="12192000" cy="914400"/>
          </a:xfrm>
          <a:prstGeom prst="rect">
            <a:avLst/>
          </a:prstGeom>
        </p:spPr>
        <p:txBody>
          <a:bodyPr anchor="b">
            <a:normAutofit/>
          </a:bodyPr>
          <a:lstStyle>
            <a:lvl1pPr algn="ctr">
              <a:defRPr sz="5400" b="1">
                <a:solidFill>
                  <a:schemeClr val="accent1"/>
                </a:solidFill>
                <a:latin typeface="Times New Roman" panose="02020603050405020304" pitchFamily="18" charset="0"/>
                <a:ea typeface="Verdana" panose="020B0604030504040204" pitchFamily="34" charset="0"/>
                <a:cs typeface="Times New Roman" panose="02020603050405020304" pitchFamily="18" charset="0"/>
              </a:defRPr>
            </a:lvl1pPr>
          </a:lstStyle>
          <a:p>
            <a:r>
              <a:t>I Sing The Mighty Power Of God </a:t>
            </a:r>
          </a:p>
        </p:txBody>
      </p:sp>
      <p:sp>
        <p:nvSpPr>
          <p:cNvPr id="4" name="Footer">
            <a:extLst>
              <a:ext uri="{FF2B5EF4-FFF2-40B4-BE49-F238E27FC236}">
                <a16:creationId xmlns:a16="http://schemas.microsoft.com/office/drawing/2014/main" id="{07546E71-A827-033C-0C39-A29C499CAF95}"/>
              </a:ext>
            </a:extLst>
          </p:cNvPr>
          <p:cNvSpPr>
            <a:spLocks noGrp="1"/>
          </p:cNvSpPr>
          <p:nvPr>
            <p:ph type="body" sz="quarter" idx="11"/>
          </p:nvPr>
        </p:nvSpPr>
        <p:spPr>
          <a:xfrm>
            <a:off x="0" y="864705"/>
            <a:ext cx="12192000" cy="270124"/>
          </a:xfrm>
          <a:prstGeom prst="rect">
            <a:avLst/>
          </a:prstGeom>
        </p:spPr>
        <p:txBody>
          <a:bodyPr anchor="t"/>
          <a:lstStyle>
            <a:lvl1pPr algn="ctr">
              <a:buNone/>
              <a:defRPr sz="1400" i="1">
                <a:solidFill>
                  <a:schemeClr val="accent1"/>
                </a:solidFill>
                <a:latin typeface="Times New Roman" panose="02020603050405020304" pitchFamily="18" charset="0"/>
                <a:cs typeface="Times New Roman" panose="02020603050405020304" pitchFamily="18" charset="0"/>
              </a:defRPr>
            </a:lvl1pPr>
          </a:lstStyle>
          <a:p>
            <a:r>
              <a:t>Arnel Aquino, SJ</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Lyrics">
            <a:extLst>
              <a:ext uri="{FF2B5EF4-FFF2-40B4-BE49-F238E27FC236}">
                <a16:creationId xmlns:a16="http://schemas.microsoft.com/office/drawing/2014/main" id="{CEF82248-E6A0-7DCA-2366-B58D4E0F4D09}"/>
              </a:ext>
            </a:extLst>
          </p:cNvPr>
          <p:cNvSpPr>
            <a:spLocks noGrp="1"/>
          </p:cNvSpPr>
          <p:nvPr>
            <p:ph type="body" sz="quarter" idx="10"/>
          </p:nvPr>
        </p:nvSpPr>
        <p:spPr>
          <a:xfrm>
            <a:off x="0" y="1"/>
            <a:ext cx="12192000" cy="6858000"/>
          </a:xfrm>
          <a:prstGeom prst="rect">
            <a:avLst/>
          </a:prstGeom>
        </p:spPr>
        <p:txBody>
          <a:bodyPr anchor="ctr">
            <a:normAutofit/>
          </a:bodyPr>
          <a:lstStyle>
            <a:lvl1pPr marL="0" indent="0" algn="ctr">
              <a:buNone/>
              <a:defRPr sz="4800" b="1">
                <a:latin typeface="Times New Roman" panose="02020603050405020304" pitchFamily="18" charset="0"/>
                <a:cs typeface="Times New Roman" panose="02020603050405020304" pitchFamily="18" charset="0"/>
              </a:defRPr>
            </a:lvl1pPr>
          </a:lstStyle>
          <a:p>
            <a:r>
              <a:t>I sing the wisdom that ordained </a:t>
            </a:r>
          </a:p>
          <a:p>
            <a:r>
              <a:t>the sun to rule the day</a:t>
            </a:r>
          </a:p>
          <a:p>
            <a:r>
              <a:t>the moon shines full at God’s command,</a:t>
            </a:r>
          </a:p>
          <a:p>
            <a:r>
              <a:t>and all the stars obey.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Lyrics">
            <a:extLst>
              <a:ext uri="{FF2B5EF4-FFF2-40B4-BE49-F238E27FC236}">
                <a16:creationId xmlns:a16="http://schemas.microsoft.com/office/drawing/2014/main" id="{CEF82248-E6A0-7DCA-2366-B58D4E0F4D09}"/>
              </a:ext>
            </a:extLst>
          </p:cNvPr>
          <p:cNvSpPr>
            <a:spLocks noGrp="1"/>
          </p:cNvSpPr>
          <p:nvPr>
            <p:ph type="body" sz="quarter" idx="10"/>
          </p:nvPr>
        </p:nvSpPr>
        <p:spPr>
          <a:xfrm>
            <a:off x="0" y="1"/>
            <a:ext cx="12192000" cy="6858000"/>
          </a:xfrm>
          <a:prstGeom prst="rect">
            <a:avLst/>
          </a:prstGeom>
        </p:spPr>
        <p:txBody>
          <a:bodyPr anchor="ctr">
            <a:normAutofit/>
          </a:bodyPr>
          <a:lstStyle>
            <a:lvl1pPr marL="0" indent="0" algn="ctr">
              <a:buNone/>
              <a:defRPr sz="4800" b="1">
                <a:latin typeface="Times New Roman" panose="02020603050405020304" pitchFamily="18" charset="0"/>
                <a:cs typeface="Times New Roman" panose="02020603050405020304" pitchFamily="18" charset="0"/>
              </a:defRPr>
            </a:lvl1pPr>
          </a:lstStyle>
          <a:p>
            <a:r>
              <a:t>I sing the goodness of the Lord</a:t>
            </a:r>
          </a:p>
          <a:p>
            <a:r>
              <a:t>that filled the earth with food</a:t>
            </a:r>
          </a:p>
          <a:p>
            <a:r>
              <a:t>He formed the creatures with his word</a:t>
            </a:r>
          </a:p>
          <a:p>
            <a:r>
              <a:t>and then pronounced them good.</a:t>
            </a:r>
          </a:p>
          <a:p>
            <a:r>
              <a:t>Lord, how your wonders are displayed,</a:t>
            </a:r>
          </a:p>
          <a:p>
            <a:r>
              <a:t>where'er we turn our eyes,</a:t>
            </a:r>
          </a:p>
          <a:p>
            <a:r>
              <a:t>if we survey the ground we thread</a:t>
            </a:r>
          </a:p>
          <a:p>
            <a:r>
              <a:t>or gaze upon the skies.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Lyrics">
            <a:extLst>
              <a:ext uri="{FF2B5EF4-FFF2-40B4-BE49-F238E27FC236}">
                <a16:creationId xmlns:a16="http://schemas.microsoft.com/office/drawing/2014/main" id="{CEF82248-E6A0-7DCA-2366-B58D4E0F4D09}"/>
              </a:ext>
            </a:extLst>
          </p:cNvPr>
          <p:cNvSpPr>
            <a:spLocks noGrp="1"/>
          </p:cNvSpPr>
          <p:nvPr>
            <p:ph type="body" sz="quarter" idx="10"/>
          </p:nvPr>
        </p:nvSpPr>
        <p:spPr>
          <a:xfrm>
            <a:off x="0" y="1"/>
            <a:ext cx="12192000" cy="6858000"/>
          </a:xfrm>
          <a:prstGeom prst="rect">
            <a:avLst/>
          </a:prstGeom>
        </p:spPr>
        <p:txBody>
          <a:bodyPr anchor="ctr">
            <a:normAutofit/>
          </a:bodyPr>
          <a:lstStyle>
            <a:lvl1pPr marL="0" indent="0" algn="ctr">
              <a:buNone/>
              <a:defRPr sz="4800" b="1">
                <a:latin typeface="Times New Roman" panose="02020603050405020304" pitchFamily="18" charset="0"/>
                <a:cs typeface="Times New Roman" panose="02020603050405020304" pitchFamily="18" charset="0"/>
              </a:defRPr>
            </a:lvl1pPr>
          </a:lstStyle>
          <a:p>
            <a:r>
              <a:t>Alleluya, Alleluya</a:t>
            </a:r>
          </a:p>
          <a:p>
            <a:r>
              <a:t>I sing the mighty power of God</a:t>
            </a:r>
          </a:p>
          <a:p>
            <a:r>
              <a:t>(repeat)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Lyrics">
            <a:extLst>
              <a:ext uri="{FF2B5EF4-FFF2-40B4-BE49-F238E27FC236}">
                <a16:creationId xmlns:a16="http://schemas.microsoft.com/office/drawing/2014/main" id="{CEF82248-E6A0-7DCA-2366-B58D4E0F4D09}"/>
              </a:ext>
            </a:extLst>
          </p:cNvPr>
          <p:cNvSpPr>
            <a:spLocks noGrp="1"/>
          </p:cNvSpPr>
          <p:nvPr>
            <p:ph type="body" sz="quarter" idx="10"/>
          </p:nvPr>
        </p:nvSpPr>
        <p:spPr>
          <a:xfrm>
            <a:off x="0" y="1"/>
            <a:ext cx="12192000" cy="6858000"/>
          </a:xfrm>
          <a:prstGeom prst="rect">
            <a:avLst/>
          </a:prstGeom>
        </p:spPr>
        <p:txBody>
          <a:bodyPr anchor="ctr">
            <a:normAutofit/>
          </a:bodyPr>
          <a:lstStyle>
            <a:lvl1pPr marL="0" indent="0" algn="ctr">
              <a:buNone/>
              <a:defRPr sz="4800" b="1">
                <a:latin typeface="Times New Roman" panose="02020603050405020304" pitchFamily="18" charset="0"/>
                <a:cs typeface="Times New Roman" panose="02020603050405020304" pitchFamily="18" charset="0"/>
              </a:defRPr>
            </a:lvl1pPr>
          </a:lstStyle>
          <a:p>
            <a:r>
              <a:t>There's not a plant or flower below</a:t>
            </a:r>
          </a:p>
          <a:p>
            <a:r>
              <a:t>but makes your glories known</a:t>
            </a:r>
          </a:p>
          <a:p>
            <a:r>
              <a:t>and clouds arise and tempests blow</a:t>
            </a:r>
          </a:p>
          <a:p>
            <a:r>
              <a:t>by order from your throne</a:t>
            </a:r>
          </a:p>
          <a:p>
            <a:r>
              <a:t>while all that borrows life from you</a:t>
            </a:r>
          </a:p>
          <a:p>
            <a:r>
              <a:t>is ever in your care,</a:t>
            </a:r>
          </a:p>
          <a:p>
            <a:r>
              <a:t>and everywhere that we can be,</a:t>
            </a:r>
          </a:p>
          <a:p>
            <a:r>
              <a:t>you, God, are present there.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Lyrics">
            <a:extLst>
              <a:ext uri="{FF2B5EF4-FFF2-40B4-BE49-F238E27FC236}">
                <a16:creationId xmlns:a16="http://schemas.microsoft.com/office/drawing/2014/main" id="{CEF82248-E6A0-7DCA-2366-B58D4E0F4D09}"/>
              </a:ext>
            </a:extLst>
          </p:cNvPr>
          <p:cNvSpPr>
            <a:spLocks noGrp="1"/>
          </p:cNvSpPr>
          <p:nvPr>
            <p:ph type="body" sz="quarter" idx="10"/>
          </p:nvPr>
        </p:nvSpPr>
        <p:spPr>
          <a:xfrm>
            <a:off x="0" y="1"/>
            <a:ext cx="12192000" cy="6858000"/>
          </a:xfrm>
          <a:prstGeom prst="rect">
            <a:avLst/>
          </a:prstGeom>
        </p:spPr>
        <p:txBody>
          <a:bodyPr anchor="ctr">
            <a:normAutofit/>
          </a:bodyPr>
          <a:lstStyle>
            <a:lvl1pPr marL="0" indent="0" algn="ctr">
              <a:buNone/>
              <a:defRPr sz="4800" b="1">
                <a:latin typeface="Times New Roman" panose="02020603050405020304" pitchFamily="18" charset="0"/>
                <a:cs typeface="Times New Roman" panose="02020603050405020304" pitchFamily="18" charset="0"/>
              </a:defRPr>
            </a:lvl1pPr>
          </a:lstStyle>
          <a:p>
            <a:r>
              <a:t>Alleluya, Alleluya</a:t>
            </a:r>
          </a:p>
          <a:p>
            <a:r>
              <a:t>I sing the mighty power of God</a:t>
            </a:r>
          </a:p>
          <a:p>
            <a:r>
              <a:t>(repeat)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Lyrics">
            <a:extLst>
              <a:ext uri="{FF2B5EF4-FFF2-40B4-BE49-F238E27FC236}">
                <a16:creationId xmlns:a16="http://schemas.microsoft.com/office/drawing/2014/main" id="{CEF82248-E6A0-7DCA-2366-B58D4E0F4D09}"/>
              </a:ext>
            </a:extLst>
          </p:cNvPr>
          <p:cNvSpPr>
            <a:spLocks noGrp="1"/>
          </p:cNvSpPr>
          <p:nvPr>
            <p:ph type="body" sz="quarter" idx="10"/>
          </p:nvPr>
        </p:nvSpPr>
        <p:spPr>
          <a:xfrm>
            <a:off x="0" y="1"/>
            <a:ext cx="12192000" cy="6858000"/>
          </a:xfrm>
          <a:prstGeom prst="rect">
            <a:avLst/>
          </a:prstGeom>
        </p:spPr>
        <p:txBody>
          <a:bodyPr anchor="ctr">
            <a:normAutofit/>
          </a:bodyPr>
          <a:lstStyle>
            <a:lvl1pPr marL="0" indent="0" algn="ctr">
              <a:buNone/>
              <a:defRPr sz="4800" b="1">
                <a:latin typeface="Times New Roman" panose="02020603050405020304" pitchFamily="18" charset="0"/>
                <a:cs typeface="Times New Roman" panose="02020603050405020304" pitchFamily="18" charset="0"/>
              </a:defRPr>
            </a:lvl1pPr>
          </a:lstStyle>
          <a:p>
            <a:r>
              <a:t>I sing the mighty power of God</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a:extLst>
              <a:ext uri="{FF2B5EF4-FFF2-40B4-BE49-F238E27FC236}">
                <a16:creationId xmlns:a16="http://schemas.microsoft.com/office/drawing/2014/main" id="{CEF82248-E6A0-7DCA-2366-B58D4E0F4D09}"/>
              </a:ext>
            </a:extLst>
          </p:cNvPr>
          <p:cNvSpPr>
            <a:spLocks noGrp="1"/>
          </p:cNvSpPr>
          <p:nvPr>
            <p:ph type="body" sz="quarter" idx="10"/>
          </p:nvPr>
        </p:nvSpPr>
        <p:spPr>
          <a:xfrm>
            <a:off x="0" y="914400"/>
            <a:ext cx="12192000" cy="5943600"/>
          </a:xfrm>
          <a:prstGeom prst="rect">
            <a:avLst/>
          </a:prstGeom>
        </p:spPr>
        <p:txBody>
          <a:bodyPr anchor="ctr">
            <a:normAutofit/>
          </a:bodyPr>
          <a:lstStyle>
            <a:lvl1pPr marL="0" indent="0" algn="ctr">
              <a:lnSpc>
                <a:spcPct val="100000"/>
              </a:lnSpc>
              <a:spcBef>
                <a:spcPts val="0"/>
              </a:spcBef>
              <a:buNone/>
              <a:defRPr sz="4800" b="1">
                <a:latin typeface="Times New Roman" panose="02020603050405020304" pitchFamily="18" charset="0"/>
                <a:ea typeface="Verdana" panose="020B0604030504040204" pitchFamily="34" charset="0"/>
                <a:cs typeface="Times New Roman" panose="02020603050405020304" pitchFamily="18" charset="0"/>
              </a:defRPr>
            </a:lvl1pPr>
          </a:lstStyle>
          <a:p>
            <a:r>
              <a:t>I confess to almighty God and to you, </a:t>
            </a:r>
          </a:p>
          <a:p>
            <a:r>
              <a:t>my brothers and sisters, </a:t>
            </a:r>
          </a:p>
          <a:p>
            <a:r>
              <a:t>that I have greatly sinned, </a:t>
            </a:r>
          </a:p>
          <a:p>
            <a:r>
              <a:t>in my thoughts and in my words, </a:t>
            </a:r>
          </a:p>
          <a:p>
            <a:r>
              <a:t>in what I have done </a:t>
            </a:r>
          </a:p>
          <a:p>
            <a:r>
              <a:t>and in what I have failed to do.</a:t>
            </a:r>
          </a:p>
        </p:txBody>
      </p:sp>
      <p:sp>
        <p:nvSpPr>
          <p:cNvPr id="2" name="Title">
            <a:extLst>
              <a:ext uri="{FF2B5EF4-FFF2-40B4-BE49-F238E27FC236}">
                <a16:creationId xmlns:a16="http://schemas.microsoft.com/office/drawing/2014/main" id="{D8236168-AA03-815A-E2FA-4A05B896B841}"/>
              </a:ext>
            </a:extLst>
          </p:cNvPr>
          <p:cNvSpPr>
            <a:spLocks noGrp="1"/>
          </p:cNvSpPr>
          <p:nvPr>
            <p:ph type="title"/>
          </p:nvPr>
        </p:nvSpPr>
        <p:spPr>
          <a:xfrm>
            <a:off x="0" y="1"/>
            <a:ext cx="12192000" cy="914399"/>
          </a:xfrm>
          <a:prstGeom prst="rect">
            <a:avLst/>
          </a:prstGeom>
        </p:spPr>
        <p:txBody>
          <a:bodyPr anchor="ctr">
            <a:normAutofit/>
          </a:bodyPr>
          <a:lstStyle>
            <a:lvl1pPr algn="ctr">
              <a:defRPr sz="5400" b="1">
                <a:solidFill>
                  <a:schemeClr val="accent1"/>
                </a:solidFill>
                <a:latin typeface="Times New Roman" panose="02020603050405020304" pitchFamily="18" charset="0"/>
                <a:ea typeface="Verdana" panose="020B0604030504040204" pitchFamily="34" charset="0"/>
                <a:cs typeface="Times New Roman" panose="02020603050405020304" pitchFamily="18" charset="0"/>
              </a:defRPr>
            </a:lvl1pPr>
          </a:lstStyle>
          <a:p>
            <a:r>
              <a:t>Penitential Act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a:extLst>
              <a:ext uri="{FF2B5EF4-FFF2-40B4-BE49-F238E27FC236}">
                <a16:creationId xmlns:a16="http://schemas.microsoft.com/office/drawing/2014/main" id="{CEF82248-E6A0-7DCA-2366-B58D4E0F4D09}"/>
              </a:ext>
            </a:extLst>
          </p:cNvPr>
          <p:cNvSpPr>
            <a:spLocks noGrp="1"/>
          </p:cNvSpPr>
          <p:nvPr>
            <p:ph type="body" sz="quarter" idx="10"/>
          </p:nvPr>
        </p:nvSpPr>
        <p:spPr>
          <a:xfrm>
            <a:off x="0" y="1"/>
            <a:ext cx="12192000" cy="6858000"/>
          </a:xfrm>
          <a:prstGeom prst="rect">
            <a:avLst/>
          </a:prstGeom>
        </p:spPr>
        <p:txBody>
          <a:bodyPr anchor="ctr">
            <a:normAutofit/>
          </a:bodyPr>
          <a:lstStyle>
            <a:lvl1pPr marL="0" indent="0" algn="ctr">
              <a:buNone/>
              <a:defRPr sz="4800" b="1">
                <a:latin typeface="Times New Roman" panose="02020603050405020304" pitchFamily="18" charset="0"/>
                <a:cs typeface="Times New Roman" panose="02020603050405020304" pitchFamily="18" charset="0"/>
              </a:defRPr>
            </a:lvl1pPr>
          </a:lstStyle>
          <a:p>
            <a:r>
              <a:t>Through my fault, through my fault, </a:t>
            </a:r>
          </a:p>
          <a:p>
            <a:r>
              <a:t>through my most grievous fault.</a:t>
            </a:r>
          </a:p>
          <a:p>
            <a:r>
              <a:t>Therefore I ask blessed Mary ever-Virgin, </a:t>
            </a:r>
          </a:p>
          <a:p>
            <a:r>
              <a:t>all the Angels and Saints, </a:t>
            </a:r>
          </a:p>
          <a:p>
            <a:r>
              <a:t>and you, my brothers and sisters, </a:t>
            </a:r>
          </a:p>
          <a:p>
            <a:r>
              <a:t>to pray for me to the Lord our God.</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a:extLst>
              <a:ext uri="{FF2B5EF4-FFF2-40B4-BE49-F238E27FC236}">
                <a16:creationId xmlns:a16="http://schemas.microsoft.com/office/drawing/2014/main" id="{CEF82248-E6A0-7DCA-2366-B58D4E0F4D09}"/>
              </a:ext>
            </a:extLst>
          </p:cNvPr>
          <p:cNvSpPr>
            <a:spLocks noGrp="1"/>
          </p:cNvSpPr>
          <p:nvPr>
            <p:ph type="body" sz="quarter" idx="10"/>
          </p:nvPr>
        </p:nvSpPr>
        <p:spPr>
          <a:xfrm>
            <a:off x="0" y="1"/>
            <a:ext cx="12192000" cy="6858000"/>
          </a:xfrm>
          <a:prstGeom prst="rect">
            <a:avLst/>
          </a:prstGeom>
        </p:spPr>
        <p:txBody>
          <a:bodyPr anchor="ctr">
            <a:normAutofit/>
          </a:bodyPr>
          <a:lstStyle>
            <a:lvl1pPr marL="0" indent="0" algn="ctr">
              <a:buNone/>
              <a:defRPr sz="4800" b="1">
                <a:latin typeface="Times New Roman" panose="02020603050405020304" pitchFamily="18" charset="0"/>
                <a:cs typeface="Times New Roman" panose="02020603050405020304" pitchFamily="18" charset="0"/>
              </a:defRPr>
            </a:lvl1pPr>
          </a:lstStyle>
          <a:p>
            <a:r>
              <a:t>May almighty God have mercy on us, </a:t>
            </a:r>
          </a:p>
          <a:p>
            <a:r>
              <a:t>forgive us our sins, </a:t>
            </a:r>
          </a:p>
          <a:p>
            <a:r>
              <a:t>and bring us to everlasting life.</a:t>
            </a:r>
          </a:p>
          <a:p>
            <a:r>
              <a:t>Amen.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Lyrics">
            <a:extLst>
              <a:ext uri="{FF2B5EF4-FFF2-40B4-BE49-F238E27FC236}">
                <a16:creationId xmlns:a16="http://schemas.microsoft.com/office/drawing/2014/main" id="{CEF82248-E6A0-7DCA-2366-B58D4E0F4D09}"/>
              </a:ext>
            </a:extLst>
          </p:cNvPr>
          <p:cNvSpPr>
            <a:spLocks noGrp="1"/>
          </p:cNvSpPr>
          <p:nvPr>
            <p:ph type="body" sz="quarter" idx="10"/>
          </p:nvPr>
        </p:nvSpPr>
        <p:spPr>
          <a:xfrm>
            <a:off x="0" y="1143000"/>
            <a:ext cx="12192000" cy="5715000"/>
          </a:xfrm>
          <a:prstGeom prst="rect">
            <a:avLst/>
          </a:prstGeom>
        </p:spPr>
        <p:txBody>
          <a:bodyPr anchor="ctr">
            <a:normAutofit/>
          </a:bodyPr>
          <a:lstStyle>
            <a:lvl1pPr marL="0" indent="0" algn="ctr">
              <a:lnSpc>
                <a:spcPct val="100000"/>
              </a:lnSpc>
              <a:spcBef>
                <a:spcPts val="0"/>
              </a:spcBef>
              <a:buNone/>
              <a:defRPr sz="4800" b="1">
                <a:latin typeface="Times New Roman" panose="02020603050405020304" pitchFamily="18" charset="0"/>
                <a:ea typeface="Verdana" panose="020B0604030504040204" pitchFamily="34" charset="0"/>
                <a:cs typeface="Times New Roman" panose="02020603050405020304" pitchFamily="18" charset="0"/>
              </a:defRPr>
            </a:lvl1pPr>
          </a:lstStyle>
          <a:p>
            <a:r>
              <a:t>Lord Have Mercy (2x)</a:t>
            </a:r>
          </a:p>
          <a:p>
            <a:r>
              <a:t>Christ Have Mercy (2x)</a:t>
            </a:r>
          </a:p>
          <a:p>
            <a:r>
              <a:t>Lord Have Mercy (2x)</a:t>
            </a:r>
          </a:p>
        </p:txBody>
      </p:sp>
      <p:sp>
        <p:nvSpPr>
          <p:cNvPr id="2" name="Song Title">
            <a:extLst>
              <a:ext uri="{FF2B5EF4-FFF2-40B4-BE49-F238E27FC236}">
                <a16:creationId xmlns:a16="http://schemas.microsoft.com/office/drawing/2014/main" id="{D8236168-AA03-815A-E2FA-4A05B896B841}"/>
              </a:ext>
            </a:extLst>
          </p:cNvPr>
          <p:cNvSpPr>
            <a:spLocks noGrp="1"/>
          </p:cNvSpPr>
          <p:nvPr>
            <p:ph type="title"/>
          </p:nvPr>
        </p:nvSpPr>
        <p:spPr>
          <a:xfrm>
            <a:off x="0" y="0"/>
            <a:ext cx="12192000" cy="914400"/>
          </a:xfrm>
          <a:prstGeom prst="rect">
            <a:avLst/>
          </a:prstGeom>
        </p:spPr>
        <p:txBody>
          <a:bodyPr anchor="b">
            <a:normAutofit/>
          </a:bodyPr>
          <a:lstStyle>
            <a:lvl1pPr algn="ctr">
              <a:defRPr sz="5400" b="1">
                <a:solidFill>
                  <a:schemeClr val="accent1"/>
                </a:solidFill>
                <a:latin typeface="Times New Roman" panose="02020603050405020304" pitchFamily="18" charset="0"/>
                <a:ea typeface="Verdana" panose="020B0604030504040204" pitchFamily="34" charset="0"/>
                <a:cs typeface="Times New Roman" panose="02020603050405020304" pitchFamily="18" charset="0"/>
              </a:defRPr>
            </a:lvl1pPr>
          </a:lstStyle>
          <a:p>
            <a:r>
              <a:t>Lord Have Mercy</a:t>
            </a:r>
          </a:p>
        </p:txBody>
      </p:sp>
      <p:sp>
        <p:nvSpPr>
          <p:cNvPr id="4" name="Footer">
            <a:extLst>
              <a:ext uri="{FF2B5EF4-FFF2-40B4-BE49-F238E27FC236}">
                <a16:creationId xmlns:a16="http://schemas.microsoft.com/office/drawing/2014/main" id="{07546E71-A827-033C-0C39-A29C499CAF95}"/>
              </a:ext>
            </a:extLst>
          </p:cNvPr>
          <p:cNvSpPr>
            <a:spLocks noGrp="1"/>
          </p:cNvSpPr>
          <p:nvPr>
            <p:ph type="body" sz="quarter" idx="11"/>
          </p:nvPr>
        </p:nvSpPr>
        <p:spPr>
          <a:xfrm>
            <a:off x="0" y="864705"/>
            <a:ext cx="12192000" cy="270124"/>
          </a:xfrm>
          <a:prstGeom prst="rect">
            <a:avLst/>
          </a:prstGeom>
        </p:spPr>
        <p:txBody>
          <a:bodyPr anchor="t"/>
          <a:lstStyle>
            <a:lvl1pPr algn="ctr">
              <a:buNone/>
              <a:defRPr sz="1400" i="1">
                <a:solidFill>
                  <a:schemeClr val="accent1"/>
                </a:solidFill>
                <a:latin typeface="Times New Roman" panose="02020603050405020304" pitchFamily="18" charset="0"/>
                <a:cs typeface="Times New Roman" panose="02020603050405020304" pitchFamily="18" charset="0"/>
              </a:defRPr>
            </a:lvl1pPr>
          </a:lstStyle>
          <a:p>
            <a:r>
              <a:t>Douglas Mews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Lyrics">
            <a:extLst>
              <a:ext uri="{FF2B5EF4-FFF2-40B4-BE49-F238E27FC236}">
                <a16:creationId xmlns:a16="http://schemas.microsoft.com/office/drawing/2014/main" id="{CEF82248-E6A0-7DCA-2366-B58D4E0F4D09}"/>
              </a:ext>
            </a:extLst>
          </p:cNvPr>
          <p:cNvSpPr>
            <a:spLocks noGrp="1"/>
          </p:cNvSpPr>
          <p:nvPr>
            <p:ph type="body" sz="quarter" idx="10"/>
          </p:nvPr>
        </p:nvSpPr>
        <p:spPr>
          <a:xfrm>
            <a:off x="0" y="1143000"/>
            <a:ext cx="12192000" cy="5715000"/>
          </a:xfrm>
          <a:prstGeom prst="rect">
            <a:avLst/>
          </a:prstGeom>
        </p:spPr>
        <p:txBody>
          <a:bodyPr anchor="ctr">
            <a:normAutofit/>
          </a:bodyPr>
          <a:lstStyle>
            <a:lvl1pPr marL="0" indent="0" algn="ctr">
              <a:lnSpc>
                <a:spcPct val="100000"/>
              </a:lnSpc>
              <a:spcBef>
                <a:spcPts val="0"/>
              </a:spcBef>
              <a:buNone/>
              <a:defRPr sz="4800" b="1">
                <a:latin typeface="Times New Roman" panose="02020603050405020304" pitchFamily="18" charset="0"/>
                <a:ea typeface="Verdana" panose="020B0604030504040204" pitchFamily="34" charset="0"/>
                <a:cs typeface="Times New Roman" panose="02020603050405020304" pitchFamily="18" charset="0"/>
              </a:defRPr>
            </a:lvl1pPr>
          </a:lstStyle>
          <a:p>
            <a:r>
              <a:t>Glory To God In The Highest</a:t>
            </a:r>
          </a:p>
          <a:p>
            <a:r>
              <a:t>And On Earth </a:t>
            </a:r>
          </a:p>
          <a:p>
            <a:r>
              <a:t>Peace To People Of Goodwill</a:t>
            </a:r>
          </a:p>
        </p:txBody>
      </p:sp>
      <p:sp>
        <p:nvSpPr>
          <p:cNvPr id="2" name="Song Title">
            <a:extLst>
              <a:ext uri="{FF2B5EF4-FFF2-40B4-BE49-F238E27FC236}">
                <a16:creationId xmlns:a16="http://schemas.microsoft.com/office/drawing/2014/main" id="{D8236168-AA03-815A-E2FA-4A05B896B841}"/>
              </a:ext>
            </a:extLst>
          </p:cNvPr>
          <p:cNvSpPr>
            <a:spLocks noGrp="1"/>
          </p:cNvSpPr>
          <p:nvPr>
            <p:ph type="title"/>
          </p:nvPr>
        </p:nvSpPr>
        <p:spPr>
          <a:xfrm>
            <a:off x="0" y="0"/>
            <a:ext cx="12192000" cy="914400"/>
          </a:xfrm>
          <a:prstGeom prst="rect">
            <a:avLst/>
          </a:prstGeom>
        </p:spPr>
        <p:txBody>
          <a:bodyPr anchor="b">
            <a:normAutofit/>
          </a:bodyPr>
          <a:lstStyle>
            <a:lvl1pPr algn="ctr">
              <a:defRPr sz="5400" b="1">
                <a:solidFill>
                  <a:schemeClr val="accent1"/>
                </a:solidFill>
                <a:latin typeface="Times New Roman" panose="02020603050405020304" pitchFamily="18" charset="0"/>
                <a:ea typeface="Verdana" panose="020B0604030504040204" pitchFamily="34" charset="0"/>
                <a:cs typeface="Times New Roman" panose="02020603050405020304" pitchFamily="18" charset="0"/>
              </a:defRPr>
            </a:lvl1pPr>
          </a:lstStyle>
          <a:p>
            <a:r>
              <a:t>Glory To God</a:t>
            </a:r>
          </a:p>
        </p:txBody>
      </p:sp>
      <p:sp>
        <p:nvSpPr>
          <p:cNvPr id="4" name="Footer">
            <a:extLst>
              <a:ext uri="{FF2B5EF4-FFF2-40B4-BE49-F238E27FC236}">
                <a16:creationId xmlns:a16="http://schemas.microsoft.com/office/drawing/2014/main" id="{07546E71-A827-033C-0C39-A29C499CAF95}"/>
              </a:ext>
            </a:extLst>
          </p:cNvPr>
          <p:cNvSpPr>
            <a:spLocks noGrp="1"/>
          </p:cNvSpPr>
          <p:nvPr>
            <p:ph type="body" sz="quarter" idx="11"/>
          </p:nvPr>
        </p:nvSpPr>
        <p:spPr>
          <a:xfrm>
            <a:off x="0" y="864705"/>
            <a:ext cx="12192000" cy="270124"/>
          </a:xfrm>
          <a:prstGeom prst="rect">
            <a:avLst/>
          </a:prstGeom>
        </p:spPr>
        <p:txBody>
          <a:bodyPr anchor="t"/>
          <a:lstStyle>
            <a:lvl1pPr algn="ctr">
              <a:buNone/>
              <a:defRPr sz="1400" i="1">
                <a:solidFill>
                  <a:schemeClr val="accent1"/>
                </a:solidFill>
                <a:latin typeface="Times New Roman" panose="02020603050405020304" pitchFamily="18" charset="0"/>
                <a:cs typeface="Times New Roman" panose="02020603050405020304" pitchFamily="18" charset="0"/>
              </a:defRPr>
            </a:lvl1pPr>
          </a:lstStyle>
          <a:p>
            <a:r>
              <a:t>Ricky Manalo  • OneLicense #91646 • ℗ 2012 OCP. All rights reserved. All selections BMI.</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Lyrics">
            <a:extLst>
              <a:ext uri="{FF2B5EF4-FFF2-40B4-BE49-F238E27FC236}">
                <a16:creationId xmlns:a16="http://schemas.microsoft.com/office/drawing/2014/main" id="{CEF82248-E6A0-7DCA-2366-B58D4E0F4D09}"/>
              </a:ext>
            </a:extLst>
          </p:cNvPr>
          <p:cNvSpPr>
            <a:spLocks noGrp="1"/>
          </p:cNvSpPr>
          <p:nvPr>
            <p:ph type="body" sz="quarter" idx="10"/>
          </p:nvPr>
        </p:nvSpPr>
        <p:spPr>
          <a:xfrm>
            <a:off x="0" y="1"/>
            <a:ext cx="12192000" cy="6858000"/>
          </a:xfrm>
          <a:prstGeom prst="rect">
            <a:avLst/>
          </a:prstGeom>
        </p:spPr>
        <p:txBody>
          <a:bodyPr anchor="ctr">
            <a:normAutofit/>
          </a:bodyPr>
          <a:lstStyle>
            <a:lvl1pPr marL="0" indent="0" algn="ctr">
              <a:buNone/>
              <a:defRPr sz="4800" b="1">
                <a:latin typeface="Times New Roman" panose="02020603050405020304" pitchFamily="18" charset="0"/>
                <a:cs typeface="Times New Roman" panose="02020603050405020304" pitchFamily="18" charset="0"/>
              </a:defRPr>
            </a:lvl1pPr>
          </a:lstStyle>
          <a:p>
            <a:r>
              <a:t>We Praise You, We Bless You</a:t>
            </a:r>
          </a:p>
          <a:p>
            <a:r>
              <a:t>We Adore You, We Glorify You</a:t>
            </a:r>
          </a:p>
          <a:p>
            <a:r>
              <a:t>We Give You Thanks </a:t>
            </a:r>
          </a:p>
          <a:p>
            <a:r>
              <a:t>For Your Great Glory</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Lyrics">
            <a:extLst>
              <a:ext uri="{FF2B5EF4-FFF2-40B4-BE49-F238E27FC236}">
                <a16:creationId xmlns:a16="http://schemas.microsoft.com/office/drawing/2014/main" id="{CEF82248-E6A0-7DCA-2366-B58D4E0F4D09}"/>
              </a:ext>
            </a:extLst>
          </p:cNvPr>
          <p:cNvSpPr>
            <a:spLocks noGrp="1"/>
          </p:cNvSpPr>
          <p:nvPr>
            <p:ph type="body" sz="quarter" idx="10"/>
          </p:nvPr>
        </p:nvSpPr>
        <p:spPr>
          <a:xfrm>
            <a:off x="0" y="1"/>
            <a:ext cx="12192000" cy="6858000"/>
          </a:xfrm>
          <a:prstGeom prst="rect">
            <a:avLst/>
          </a:prstGeom>
        </p:spPr>
        <p:txBody>
          <a:bodyPr anchor="ctr">
            <a:normAutofit/>
          </a:bodyPr>
          <a:lstStyle>
            <a:lvl1pPr marL="0" indent="0" algn="ctr">
              <a:buNone/>
              <a:defRPr sz="4800" b="1">
                <a:latin typeface="Times New Roman" panose="02020603050405020304" pitchFamily="18" charset="0"/>
                <a:cs typeface="Times New Roman" panose="02020603050405020304" pitchFamily="18" charset="0"/>
              </a:defRPr>
            </a:lvl1pPr>
          </a:lstStyle>
          <a:p>
            <a:r>
              <a:t>Lord God, Heavenly King</a:t>
            </a:r>
          </a:p>
          <a:p>
            <a:r>
              <a:t>O God, Almighty Father</a:t>
            </a:r>
          </a:p>
          <a:p>
            <a:r>
              <a:t>Lord Jesus Christ</a:t>
            </a:r>
          </a:p>
          <a:p>
            <a:r>
              <a:t>Only Begotten Son</a:t>
            </a:r>
          </a:p>
          <a:p>
            <a:r>
              <a:t>Lord God, Lamb Of God</a:t>
            </a:r>
          </a:p>
          <a:p>
            <a:r>
              <a:t>Son Of The Father</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Lyrics">
            <a:extLst>
              <a:ext uri="{FF2B5EF4-FFF2-40B4-BE49-F238E27FC236}">
                <a16:creationId xmlns:a16="http://schemas.microsoft.com/office/drawing/2014/main" id="{CEF82248-E6A0-7DCA-2366-B58D4E0F4D09}"/>
              </a:ext>
            </a:extLst>
          </p:cNvPr>
          <p:cNvSpPr>
            <a:spLocks noGrp="1"/>
          </p:cNvSpPr>
          <p:nvPr>
            <p:ph type="body" sz="quarter" idx="10"/>
          </p:nvPr>
        </p:nvSpPr>
        <p:spPr>
          <a:xfrm>
            <a:off x="0" y="1"/>
            <a:ext cx="12192000" cy="6858000"/>
          </a:xfrm>
          <a:prstGeom prst="rect">
            <a:avLst/>
          </a:prstGeom>
        </p:spPr>
        <p:txBody>
          <a:bodyPr anchor="ctr">
            <a:normAutofit/>
          </a:bodyPr>
          <a:lstStyle>
            <a:lvl1pPr marL="0" indent="0" algn="ctr">
              <a:buNone/>
              <a:defRPr sz="4800" b="1">
                <a:latin typeface="Times New Roman" panose="02020603050405020304" pitchFamily="18" charset="0"/>
                <a:cs typeface="Times New Roman" panose="02020603050405020304" pitchFamily="18" charset="0"/>
              </a:defRPr>
            </a:lvl1pPr>
          </a:lstStyle>
          <a:p>
            <a:r>
              <a:t>You Take Away The Sins Of The World</a:t>
            </a:r>
          </a:p>
          <a:p>
            <a:r>
              <a:t>Have Mercy On Us</a:t>
            </a:r>
          </a:p>
          <a:p>
            <a:r>
              <a:t>You Take Away The Sins Of The World</a:t>
            </a:r>
          </a:p>
          <a:p>
            <a:r>
              <a:t>Receive Our Prayer</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Lyrics">
            <a:extLst>
              <a:ext uri="{FF2B5EF4-FFF2-40B4-BE49-F238E27FC236}">
                <a16:creationId xmlns:a16="http://schemas.microsoft.com/office/drawing/2014/main" id="{CEF82248-E6A0-7DCA-2366-B58D4E0F4D09}"/>
              </a:ext>
            </a:extLst>
          </p:cNvPr>
          <p:cNvSpPr>
            <a:spLocks noGrp="1"/>
          </p:cNvSpPr>
          <p:nvPr>
            <p:ph type="body" sz="quarter" idx="10"/>
          </p:nvPr>
        </p:nvSpPr>
        <p:spPr>
          <a:xfrm>
            <a:off x="0" y="1"/>
            <a:ext cx="12192000" cy="6858000"/>
          </a:xfrm>
          <a:prstGeom prst="rect">
            <a:avLst/>
          </a:prstGeom>
        </p:spPr>
        <p:txBody>
          <a:bodyPr anchor="ctr">
            <a:normAutofit/>
          </a:bodyPr>
          <a:lstStyle>
            <a:lvl1pPr marL="0" indent="0" algn="ctr">
              <a:buNone/>
              <a:defRPr sz="4800" b="1">
                <a:latin typeface="Times New Roman" panose="02020603050405020304" pitchFamily="18" charset="0"/>
                <a:cs typeface="Times New Roman" panose="02020603050405020304" pitchFamily="18" charset="0"/>
              </a:defRPr>
            </a:lvl1pPr>
          </a:lstStyle>
          <a:p>
            <a:r>
              <a:t>You Are Seated At The Right Hand </a:t>
            </a:r>
          </a:p>
          <a:p>
            <a:r>
              <a:t>Of The Father</a:t>
            </a:r>
          </a:p>
          <a:p>
            <a:r>
              <a:t>Have Mercy On Us</a:t>
            </a:r>
          </a:p>
          <a:p>
            <a:r>
              <a:t>For You Alone Are The Holy One</a:t>
            </a:r>
          </a:p>
          <a:p>
            <a:r>
              <a:t>You Alone Are The Lord</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Lyrics">
            <a:extLst>
              <a:ext uri="{FF2B5EF4-FFF2-40B4-BE49-F238E27FC236}">
                <a16:creationId xmlns:a16="http://schemas.microsoft.com/office/drawing/2014/main" id="{CEF82248-E6A0-7DCA-2366-B58D4E0F4D09}"/>
              </a:ext>
            </a:extLst>
          </p:cNvPr>
          <p:cNvSpPr>
            <a:spLocks noGrp="1"/>
          </p:cNvSpPr>
          <p:nvPr>
            <p:ph type="body" sz="quarter" idx="10"/>
          </p:nvPr>
        </p:nvSpPr>
        <p:spPr>
          <a:xfrm>
            <a:off x="0" y="1"/>
            <a:ext cx="12192000" cy="6858000"/>
          </a:xfrm>
          <a:prstGeom prst="rect">
            <a:avLst/>
          </a:prstGeom>
        </p:spPr>
        <p:txBody>
          <a:bodyPr anchor="ctr">
            <a:normAutofit/>
          </a:bodyPr>
          <a:lstStyle>
            <a:lvl1pPr marL="0" indent="0" algn="ctr">
              <a:buNone/>
              <a:defRPr sz="4800" b="1">
                <a:latin typeface="Times New Roman" panose="02020603050405020304" pitchFamily="18" charset="0"/>
                <a:cs typeface="Times New Roman" panose="02020603050405020304" pitchFamily="18" charset="0"/>
              </a:defRPr>
            </a:lvl1pPr>
          </a:lstStyle>
          <a:p>
            <a:r>
              <a:t>You Alone Are The Most High</a:t>
            </a:r>
          </a:p>
          <a:p>
            <a:r>
              <a:t>Jesus Christ</a:t>
            </a:r>
          </a:p>
          <a:p>
            <a:r>
              <a:t>With The Holy Spirit</a:t>
            </a:r>
          </a:p>
          <a:p>
            <a:r>
              <a:t>In The Glory Of God, The Father</a:t>
            </a:r>
          </a:p>
          <a:p>
            <a:r>
              <a:t>Amen</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Lyrics">
            <a:extLst>
              <a:ext uri="{FF2B5EF4-FFF2-40B4-BE49-F238E27FC236}">
                <a16:creationId xmlns:a16="http://schemas.microsoft.com/office/drawing/2014/main" id="{CEF82248-E6A0-7DCA-2366-B58D4E0F4D09}"/>
              </a:ext>
            </a:extLst>
          </p:cNvPr>
          <p:cNvSpPr>
            <a:spLocks noGrp="1"/>
          </p:cNvSpPr>
          <p:nvPr>
            <p:ph type="body" sz="quarter" idx="10"/>
          </p:nvPr>
        </p:nvSpPr>
        <p:spPr>
          <a:xfrm>
            <a:off x="0" y="1143000"/>
            <a:ext cx="12192000" cy="5715000"/>
          </a:xfrm>
          <a:prstGeom prst="rect">
            <a:avLst/>
          </a:prstGeom>
        </p:spPr>
        <p:txBody>
          <a:bodyPr anchor="ctr">
            <a:normAutofit/>
          </a:bodyPr>
          <a:lstStyle>
            <a:lvl1pPr marL="0" indent="0" algn="ctr">
              <a:lnSpc>
                <a:spcPct val="100000"/>
              </a:lnSpc>
              <a:spcBef>
                <a:spcPts val="0"/>
              </a:spcBef>
              <a:buNone/>
              <a:defRPr sz="4800" b="1">
                <a:latin typeface="Times New Roman" panose="02020603050405020304" pitchFamily="18" charset="0"/>
                <a:ea typeface="Verdana" panose="020B0604030504040204" pitchFamily="34" charset="0"/>
                <a:cs typeface="Times New Roman" panose="02020603050405020304" pitchFamily="18" charset="0"/>
              </a:defRPr>
            </a:lvl1pPr>
          </a:lstStyle>
          <a:p>
            <a:r>
              <a:t>If today you hear His voice </a:t>
            </a:r>
          </a:p>
          <a:p>
            <a:r>
              <a:t>harden not your hearts</a:t>
            </a:r>
          </a:p>
        </p:txBody>
      </p:sp>
      <p:sp>
        <p:nvSpPr>
          <p:cNvPr id="2" name="Song Title">
            <a:extLst>
              <a:ext uri="{FF2B5EF4-FFF2-40B4-BE49-F238E27FC236}">
                <a16:creationId xmlns:a16="http://schemas.microsoft.com/office/drawing/2014/main" id="{D8236168-AA03-815A-E2FA-4A05B896B841}"/>
              </a:ext>
            </a:extLst>
          </p:cNvPr>
          <p:cNvSpPr>
            <a:spLocks noGrp="1"/>
          </p:cNvSpPr>
          <p:nvPr>
            <p:ph type="title"/>
          </p:nvPr>
        </p:nvSpPr>
        <p:spPr>
          <a:xfrm>
            <a:off x="0" y="0"/>
            <a:ext cx="12192000" cy="914400"/>
          </a:xfrm>
          <a:prstGeom prst="rect">
            <a:avLst/>
          </a:prstGeom>
        </p:spPr>
        <p:txBody>
          <a:bodyPr anchor="b">
            <a:normAutofit/>
          </a:bodyPr>
          <a:lstStyle>
            <a:lvl1pPr algn="ctr">
              <a:defRPr sz="5400" b="1">
                <a:solidFill>
                  <a:schemeClr val="accent1"/>
                </a:solidFill>
                <a:latin typeface="Times New Roman" panose="02020603050405020304" pitchFamily="18" charset="0"/>
                <a:ea typeface="Verdana" panose="020B0604030504040204" pitchFamily="34" charset="0"/>
                <a:cs typeface="Times New Roman" panose="02020603050405020304" pitchFamily="18" charset="0"/>
              </a:defRPr>
            </a:lvl1pPr>
          </a:lstStyle>
          <a:p>
            <a:r>
              <a:t>Responsorial Psalm</a:t>
            </a:r>
          </a:p>
        </p:txBody>
      </p:sp>
      <p:sp>
        <p:nvSpPr>
          <p:cNvPr id="4" name="Footer">
            <a:extLst>
              <a:ext uri="{FF2B5EF4-FFF2-40B4-BE49-F238E27FC236}">
                <a16:creationId xmlns:a16="http://schemas.microsoft.com/office/drawing/2014/main" id="{07546E71-A827-033C-0C39-A29C499CAF95}"/>
              </a:ext>
            </a:extLst>
          </p:cNvPr>
          <p:cNvSpPr>
            <a:spLocks noGrp="1"/>
          </p:cNvSpPr>
          <p:nvPr>
            <p:ph type="body" sz="quarter" idx="11"/>
          </p:nvPr>
        </p:nvSpPr>
        <p:spPr>
          <a:xfrm>
            <a:off x="0" y="864705"/>
            <a:ext cx="12192000" cy="270124"/>
          </a:xfrm>
          <a:prstGeom prst="rect">
            <a:avLst/>
          </a:prstGeom>
        </p:spPr>
        <p:txBody>
          <a:bodyPr anchor="t"/>
          <a:lstStyle>
            <a:lvl1pPr algn="ctr">
              <a:buNone/>
              <a:defRPr sz="1400" i="1">
                <a:solidFill>
                  <a:schemeClr val="accent1"/>
                </a:solidFill>
                <a:latin typeface="Times New Roman" panose="02020603050405020304" pitchFamily="18" charset="0"/>
                <a:cs typeface="Times New Roman" panose="02020603050405020304" pitchFamily="18" charset="0"/>
              </a:defRPr>
            </a:lvl1pPr>
          </a:lstStyle>
          <a:p>
            <a:r>
              <a:t>Psalm 95 • 1-2,6-7,8-9</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Lyrics">
            <a:extLst>
              <a:ext uri="{FF2B5EF4-FFF2-40B4-BE49-F238E27FC236}">
                <a16:creationId xmlns:a16="http://schemas.microsoft.com/office/drawing/2014/main" id="{CEF82248-E6A0-7DCA-2366-B58D4E0F4D09}"/>
              </a:ext>
            </a:extLst>
          </p:cNvPr>
          <p:cNvSpPr>
            <a:spLocks noGrp="1"/>
          </p:cNvSpPr>
          <p:nvPr>
            <p:ph type="body" sz="quarter" idx="10"/>
          </p:nvPr>
        </p:nvSpPr>
        <p:spPr>
          <a:prstGeom prst="rect">
            <a:avLst/>
          </a:prstGeom>
        </p:spPr>
        <p:txBody>
          <a:bodyPr anchor="ctr">
            <a:normAutofit/>
          </a:bodyPr>
          <a:lstStyle>
            <a:lvl1pPr marL="0" indent="0" algn="ctr">
              <a:buNone/>
              <a:defRPr sz="4800" b="1">
                <a:latin typeface="Times New Roman" panose="02020603050405020304" pitchFamily="18" charset="0"/>
                <a:cs typeface="Times New Roman" panose="02020603050405020304" pitchFamily="18" charset="0"/>
              </a:defRPr>
            </a:lvl1pPr>
          </a:lstStyle>
          <a:p>
            <a:r>
              <a:t>Alleluia!</a:t>
            </a:r>
          </a:p>
        </p:txBody>
      </p:sp>
      <p:sp>
        <p:nvSpPr>
          <p:cNvPr id="2" name="Title 1">
            <a:extLst>
              <a:ext uri="{FF2B5EF4-FFF2-40B4-BE49-F238E27FC236}">
                <a16:creationId xmlns:a16="http://schemas.microsoft.com/office/drawing/2014/main" id="{079E4BEC-0E09-68A8-2DB6-4DF24CE02EDF}"/>
              </a:ext>
            </a:extLst>
          </p:cNvPr>
          <p:cNvSpPr>
            <a:spLocks noGrp="1"/>
          </p:cNvSpPr>
          <p:nvPr>
            <p:ph type="title"/>
          </p:nvPr>
        </p:nvSpPr>
        <p:spPr/>
        <p:txBody>
          <a:bodyPr/>
          <a:lstStyle/>
          <a:p>
            <a:r>
              <a:rPr lang="en-AE" dirty="0"/>
              <a:t>Test</a:t>
            </a:r>
          </a:p>
        </p:txBody>
      </p:sp>
      <p:sp>
        <p:nvSpPr>
          <p:cNvPr id="3" name="Text Placeholder 2">
            <a:extLst>
              <a:ext uri="{FF2B5EF4-FFF2-40B4-BE49-F238E27FC236}">
                <a16:creationId xmlns:a16="http://schemas.microsoft.com/office/drawing/2014/main" id="{844CFEE9-A4DE-ABC0-AC06-8A635EE2A651}"/>
              </a:ext>
            </a:extLst>
          </p:cNvPr>
          <p:cNvSpPr>
            <a:spLocks noGrp="1"/>
          </p:cNvSpPr>
          <p:nvPr>
            <p:ph type="body" sz="quarter" idx="11"/>
          </p:nvPr>
        </p:nvSpPr>
        <p:spPr/>
        <p:txBody>
          <a:bodyPr/>
          <a:lstStyle/>
          <a:p>
            <a:endParaRPr lang="en-AE"/>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a:extLst>
              <a:ext uri="{FF2B5EF4-FFF2-40B4-BE49-F238E27FC236}">
                <a16:creationId xmlns:a16="http://schemas.microsoft.com/office/drawing/2014/main" id="{CEF82248-E6A0-7DCA-2366-B58D4E0F4D09}"/>
              </a:ext>
            </a:extLst>
          </p:cNvPr>
          <p:cNvSpPr>
            <a:spLocks noGrp="1"/>
          </p:cNvSpPr>
          <p:nvPr>
            <p:ph type="body" sz="quarter" idx="10"/>
          </p:nvPr>
        </p:nvSpPr>
        <p:spPr>
          <a:xfrm>
            <a:off x="0" y="914400"/>
            <a:ext cx="12192000" cy="5943600"/>
          </a:xfrm>
          <a:prstGeom prst="rect">
            <a:avLst/>
          </a:prstGeom>
        </p:spPr>
        <p:txBody>
          <a:bodyPr anchor="ctr">
            <a:normAutofit/>
          </a:bodyPr>
          <a:lstStyle>
            <a:lvl1pPr marL="0" indent="0" algn="ctr">
              <a:lnSpc>
                <a:spcPct val="100000"/>
              </a:lnSpc>
              <a:spcBef>
                <a:spcPts val="0"/>
              </a:spcBef>
              <a:buNone/>
              <a:defRPr sz="4800" b="1">
                <a:latin typeface="Times New Roman" panose="02020603050405020304" pitchFamily="18" charset="0"/>
                <a:ea typeface="Verdana" panose="020B0604030504040204" pitchFamily="34" charset="0"/>
                <a:cs typeface="Times New Roman" panose="02020603050405020304" pitchFamily="18" charset="0"/>
              </a:defRPr>
            </a:lvl1pPr>
          </a:lstStyle>
          <a:p>
            <a:r>
              <a:t>I believe in one God,  </a:t>
            </a:r>
          </a:p>
          <a:p>
            <a:r>
              <a:t>the Father almighty,  </a:t>
            </a:r>
          </a:p>
          <a:p>
            <a:r>
              <a:t>maker of heaven and earth, </a:t>
            </a:r>
          </a:p>
          <a:p>
            <a:r>
              <a:t>of all things visible and invisible.</a:t>
            </a:r>
          </a:p>
          <a:p>
            <a:r>
              <a:t>I believe in one Lord Jesus Christ,  </a:t>
            </a:r>
          </a:p>
          <a:p>
            <a:r>
              <a:t>the Only Begotten Son </a:t>
            </a:r>
          </a:p>
          <a:p>
            <a:r>
              <a:t>of God, born of the Father </a:t>
            </a:r>
          </a:p>
          <a:p>
            <a:r>
              <a:t>before all ages.</a:t>
            </a:r>
          </a:p>
        </p:txBody>
      </p:sp>
      <p:sp>
        <p:nvSpPr>
          <p:cNvPr id="2" name="Title">
            <a:extLst>
              <a:ext uri="{FF2B5EF4-FFF2-40B4-BE49-F238E27FC236}">
                <a16:creationId xmlns:a16="http://schemas.microsoft.com/office/drawing/2014/main" id="{D8236168-AA03-815A-E2FA-4A05B896B841}"/>
              </a:ext>
            </a:extLst>
          </p:cNvPr>
          <p:cNvSpPr>
            <a:spLocks noGrp="1"/>
          </p:cNvSpPr>
          <p:nvPr>
            <p:ph type="title"/>
          </p:nvPr>
        </p:nvSpPr>
        <p:spPr>
          <a:xfrm>
            <a:off x="0" y="1"/>
            <a:ext cx="12192000" cy="914399"/>
          </a:xfrm>
          <a:prstGeom prst="rect">
            <a:avLst/>
          </a:prstGeom>
        </p:spPr>
        <p:txBody>
          <a:bodyPr anchor="ctr">
            <a:normAutofit/>
          </a:bodyPr>
          <a:lstStyle>
            <a:lvl1pPr algn="ctr">
              <a:defRPr sz="5400" b="1">
                <a:solidFill>
                  <a:schemeClr val="accent1"/>
                </a:solidFill>
                <a:latin typeface="Times New Roman" panose="02020603050405020304" pitchFamily="18" charset="0"/>
                <a:ea typeface="Verdana" panose="020B0604030504040204" pitchFamily="34" charset="0"/>
                <a:cs typeface="Times New Roman" panose="02020603050405020304" pitchFamily="18" charset="0"/>
              </a:defRPr>
            </a:lvl1pPr>
          </a:lstStyle>
          <a:p>
            <a:r>
              <a:t>Nicene Creed</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a:extLst>
              <a:ext uri="{FF2B5EF4-FFF2-40B4-BE49-F238E27FC236}">
                <a16:creationId xmlns:a16="http://schemas.microsoft.com/office/drawing/2014/main" id="{CEF82248-E6A0-7DCA-2366-B58D4E0F4D09}"/>
              </a:ext>
            </a:extLst>
          </p:cNvPr>
          <p:cNvSpPr>
            <a:spLocks noGrp="1"/>
          </p:cNvSpPr>
          <p:nvPr>
            <p:ph type="body" sz="quarter" idx="10"/>
          </p:nvPr>
        </p:nvSpPr>
        <p:spPr>
          <a:xfrm>
            <a:off x="0" y="1"/>
            <a:ext cx="12192000" cy="6858000"/>
          </a:xfrm>
          <a:prstGeom prst="rect">
            <a:avLst/>
          </a:prstGeom>
        </p:spPr>
        <p:txBody>
          <a:bodyPr anchor="ctr">
            <a:normAutofit/>
          </a:bodyPr>
          <a:lstStyle>
            <a:lvl1pPr marL="0" indent="0" algn="ctr">
              <a:buNone/>
              <a:defRPr sz="4800" b="1">
                <a:latin typeface="Times New Roman" panose="02020603050405020304" pitchFamily="18" charset="0"/>
                <a:cs typeface="Times New Roman" panose="02020603050405020304" pitchFamily="18" charset="0"/>
              </a:defRPr>
            </a:lvl1pPr>
          </a:lstStyle>
          <a:p>
            <a:r>
              <a:t>God from God, Light from Light,</a:t>
            </a:r>
          </a:p>
          <a:p>
            <a:r>
              <a:t>true God from true God,</a:t>
            </a:r>
          </a:p>
          <a:p>
            <a:r>
              <a:t>begotten, not made, </a:t>
            </a:r>
          </a:p>
          <a:p>
            <a:r>
              <a:t>consubstantial with the Father</a:t>
            </a:r>
          </a:p>
          <a:p>
            <a:r>
              <a:t>through Him all things were made. </a:t>
            </a:r>
          </a:p>
          <a:p>
            <a:r>
              <a:t>For us and for our salvation </a:t>
            </a:r>
          </a:p>
          <a:p>
            <a:r>
              <a:t>he came down from heaven, </a:t>
            </a:r>
          </a:p>
          <a:p>
            <a:r>
              <a:t>and by the Holy Spirit</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a:extLst>
              <a:ext uri="{FF2B5EF4-FFF2-40B4-BE49-F238E27FC236}">
                <a16:creationId xmlns:a16="http://schemas.microsoft.com/office/drawing/2014/main" id="{CEF82248-E6A0-7DCA-2366-B58D4E0F4D09}"/>
              </a:ext>
            </a:extLst>
          </p:cNvPr>
          <p:cNvSpPr>
            <a:spLocks noGrp="1"/>
          </p:cNvSpPr>
          <p:nvPr>
            <p:ph type="body" sz="quarter" idx="10"/>
          </p:nvPr>
        </p:nvSpPr>
        <p:spPr>
          <a:xfrm>
            <a:off x="0" y="1"/>
            <a:ext cx="12192000" cy="6858000"/>
          </a:xfrm>
          <a:prstGeom prst="rect">
            <a:avLst/>
          </a:prstGeom>
        </p:spPr>
        <p:txBody>
          <a:bodyPr anchor="ctr">
            <a:normAutofit/>
          </a:bodyPr>
          <a:lstStyle>
            <a:lvl1pPr marL="0" indent="0" algn="ctr">
              <a:buNone/>
              <a:defRPr sz="4800" b="1">
                <a:latin typeface="Times New Roman" panose="02020603050405020304" pitchFamily="18" charset="0"/>
                <a:cs typeface="Times New Roman" panose="02020603050405020304" pitchFamily="18" charset="0"/>
              </a:defRPr>
            </a:lvl1pPr>
          </a:lstStyle>
          <a:p>
            <a:r>
              <a:t>was incarnate of the Virgin Mary, </a:t>
            </a:r>
          </a:p>
          <a:p>
            <a:r>
              <a:t>and became man. </a:t>
            </a:r>
          </a:p>
          <a:p>
            <a:r>
              <a:t>For our sake he was crucified </a:t>
            </a:r>
          </a:p>
          <a:p>
            <a:r>
              <a:t>under Pontius Pilate,</a:t>
            </a:r>
          </a:p>
          <a:p>
            <a:r>
              <a:t>He suffered death and was buried, </a:t>
            </a:r>
          </a:p>
          <a:p>
            <a:r>
              <a:t>and rose again on the</a:t>
            </a:r>
          </a:p>
          <a:p>
            <a:r>
              <a:t>third day in accordance</a:t>
            </a:r>
          </a:p>
          <a:p>
            <a:r>
              <a:t>with the Scriptures.</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a:extLst>
              <a:ext uri="{FF2B5EF4-FFF2-40B4-BE49-F238E27FC236}">
                <a16:creationId xmlns:a16="http://schemas.microsoft.com/office/drawing/2014/main" id="{CEF82248-E6A0-7DCA-2366-B58D4E0F4D09}"/>
              </a:ext>
            </a:extLst>
          </p:cNvPr>
          <p:cNvSpPr>
            <a:spLocks noGrp="1"/>
          </p:cNvSpPr>
          <p:nvPr>
            <p:ph type="body" sz="quarter" idx="10"/>
          </p:nvPr>
        </p:nvSpPr>
        <p:spPr>
          <a:xfrm>
            <a:off x="0" y="1"/>
            <a:ext cx="12192000" cy="6858000"/>
          </a:xfrm>
          <a:prstGeom prst="rect">
            <a:avLst/>
          </a:prstGeom>
        </p:spPr>
        <p:txBody>
          <a:bodyPr anchor="ctr">
            <a:normAutofit/>
          </a:bodyPr>
          <a:lstStyle>
            <a:lvl1pPr marL="0" indent="0" algn="ctr">
              <a:buNone/>
              <a:defRPr sz="4800" b="1">
                <a:latin typeface="Times New Roman" panose="02020603050405020304" pitchFamily="18" charset="0"/>
                <a:cs typeface="Times New Roman" panose="02020603050405020304" pitchFamily="18" charset="0"/>
              </a:defRPr>
            </a:lvl1pPr>
          </a:lstStyle>
          <a:p>
            <a:r>
              <a:t>He ascended into heaven and is seated </a:t>
            </a:r>
          </a:p>
          <a:p>
            <a:r>
              <a:t>at the right hand of the Father.</a:t>
            </a:r>
          </a:p>
          <a:p>
            <a:r>
              <a:t>He will come again in glory</a:t>
            </a:r>
          </a:p>
          <a:p>
            <a:r>
              <a:t>to judge the living and the dead</a:t>
            </a:r>
          </a:p>
          <a:p>
            <a:r>
              <a:t>and his kingdom will have no end.</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a:extLst>
              <a:ext uri="{FF2B5EF4-FFF2-40B4-BE49-F238E27FC236}">
                <a16:creationId xmlns:a16="http://schemas.microsoft.com/office/drawing/2014/main" id="{CEF82248-E6A0-7DCA-2366-B58D4E0F4D09}"/>
              </a:ext>
            </a:extLst>
          </p:cNvPr>
          <p:cNvSpPr>
            <a:spLocks noGrp="1"/>
          </p:cNvSpPr>
          <p:nvPr>
            <p:ph type="body" sz="quarter" idx="10"/>
          </p:nvPr>
        </p:nvSpPr>
        <p:spPr>
          <a:xfrm>
            <a:off x="0" y="1"/>
            <a:ext cx="12192000" cy="6858000"/>
          </a:xfrm>
          <a:prstGeom prst="rect">
            <a:avLst/>
          </a:prstGeom>
        </p:spPr>
        <p:txBody>
          <a:bodyPr anchor="ctr">
            <a:normAutofit/>
          </a:bodyPr>
          <a:lstStyle>
            <a:lvl1pPr marL="0" indent="0" algn="ctr">
              <a:buNone/>
              <a:defRPr sz="4800" b="1">
                <a:latin typeface="Times New Roman" panose="02020603050405020304" pitchFamily="18" charset="0"/>
                <a:cs typeface="Times New Roman" panose="02020603050405020304" pitchFamily="18" charset="0"/>
              </a:defRPr>
            </a:lvl1pPr>
          </a:lstStyle>
          <a:p>
            <a:r>
              <a:t>I believe in the Holy Spirit, </a:t>
            </a:r>
          </a:p>
          <a:p>
            <a:r>
              <a:t>the Lord, the giver of life,</a:t>
            </a:r>
          </a:p>
          <a:p>
            <a:r>
              <a:t>who proceeds from </a:t>
            </a:r>
          </a:p>
          <a:p>
            <a:r>
              <a:t>the Father and the Son,</a:t>
            </a:r>
          </a:p>
          <a:p>
            <a:r>
              <a:t>who with the Father and the Son </a:t>
            </a:r>
          </a:p>
          <a:p>
            <a:r>
              <a:t>is adored and glorified </a:t>
            </a:r>
          </a:p>
          <a:p>
            <a:r>
              <a:t>who has spoken through the prophets.</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a:extLst>
              <a:ext uri="{FF2B5EF4-FFF2-40B4-BE49-F238E27FC236}">
                <a16:creationId xmlns:a16="http://schemas.microsoft.com/office/drawing/2014/main" id="{CEF82248-E6A0-7DCA-2366-B58D4E0F4D09}"/>
              </a:ext>
            </a:extLst>
          </p:cNvPr>
          <p:cNvSpPr>
            <a:spLocks noGrp="1"/>
          </p:cNvSpPr>
          <p:nvPr>
            <p:ph type="body" sz="quarter" idx="10"/>
          </p:nvPr>
        </p:nvSpPr>
        <p:spPr>
          <a:xfrm>
            <a:off x="0" y="1"/>
            <a:ext cx="12192000" cy="6858000"/>
          </a:xfrm>
          <a:prstGeom prst="rect">
            <a:avLst/>
          </a:prstGeom>
        </p:spPr>
        <p:txBody>
          <a:bodyPr anchor="ctr">
            <a:normAutofit/>
          </a:bodyPr>
          <a:lstStyle>
            <a:lvl1pPr marL="0" indent="0" algn="ctr">
              <a:buNone/>
              <a:defRPr sz="4800" b="1">
                <a:latin typeface="Times New Roman" panose="02020603050405020304" pitchFamily="18" charset="0"/>
                <a:cs typeface="Times New Roman" panose="02020603050405020304" pitchFamily="18" charset="0"/>
              </a:defRPr>
            </a:lvl1pPr>
          </a:lstStyle>
          <a:p>
            <a:r>
              <a:t>I believe in one, holy, </a:t>
            </a:r>
          </a:p>
          <a:p>
            <a:r>
              <a:t>catholic and apostolic Church.</a:t>
            </a:r>
          </a:p>
          <a:p>
            <a:r>
              <a:t>I confess one Baptism </a:t>
            </a:r>
          </a:p>
          <a:p>
            <a:r>
              <a:t>for the forgiveness of sins</a:t>
            </a:r>
          </a:p>
          <a:p>
            <a:r>
              <a:t>and I look forward to the resurrection </a:t>
            </a:r>
          </a:p>
          <a:p>
            <a:r>
              <a:t>of the dead and the life </a:t>
            </a:r>
          </a:p>
          <a:p>
            <a:r>
              <a:t>of the world to come. Amen.</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a:extLst>
              <a:ext uri="{FF2B5EF4-FFF2-40B4-BE49-F238E27FC236}">
                <a16:creationId xmlns:a16="http://schemas.microsoft.com/office/drawing/2014/main" id="{CEF82248-E6A0-7DCA-2366-B58D4E0F4D09}"/>
              </a:ext>
            </a:extLst>
          </p:cNvPr>
          <p:cNvSpPr>
            <a:spLocks noGrp="1"/>
          </p:cNvSpPr>
          <p:nvPr>
            <p:ph type="body" sz="quarter" idx="10"/>
          </p:nvPr>
        </p:nvSpPr>
        <p:spPr>
          <a:xfrm>
            <a:off x="0" y="914400"/>
            <a:ext cx="12192000" cy="5943600"/>
          </a:xfrm>
          <a:prstGeom prst="rect">
            <a:avLst/>
          </a:prstGeom>
        </p:spPr>
        <p:txBody>
          <a:bodyPr anchor="ctr">
            <a:normAutofit/>
          </a:bodyPr>
          <a:lstStyle>
            <a:lvl1pPr marL="0" indent="0" algn="ctr">
              <a:lnSpc>
                <a:spcPct val="100000"/>
              </a:lnSpc>
              <a:spcBef>
                <a:spcPts val="0"/>
              </a:spcBef>
              <a:buNone/>
              <a:defRPr sz="4800" b="1">
                <a:latin typeface="Times New Roman" panose="02020603050405020304" pitchFamily="18" charset="0"/>
                <a:ea typeface="Verdana" panose="020B0604030504040204" pitchFamily="34" charset="0"/>
                <a:cs typeface="Times New Roman" panose="02020603050405020304" pitchFamily="18" charset="0"/>
              </a:defRPr>
            </a:lvl1pPr>
          </a:lstStyle>
          <a:p>
            <a:r>
              <a:t>(Lord, hear our prayer)</a:t>
            </a:r>
          </a:p>
          <a:p>
            <a:endParaRPr/>
          </a:p>
          <a:p>
            <a:r>
              <a:t>Whakarongo mai rā ki a mātou</a:t>
            </a:r>
          </a:p>
        </p:txBody>
      </p:sp>
      <p:sp>
        <p:nvSpPr>
          <p:cNvPr id="2" name="Title">
            <a:extLst>
              <a:ext uri="{FF2B5EF4-FFF2-40B4-BE49-F238E27FC236}">
                <a16:creationId xmlns:a16="http://schemas.microsoft.com/office/drawing/2014/main" id="{D8236168-AA03-815A-E2FA-4A05B896B841}"/>
              </a:ext>
            </a:extLst>
          </p:cNvPr>
          <p:cNvSpPr>
            <a:spLocks noGrp="1"/>
          </p:cNvSpPr>
          <p:nvPr>
            <p:ph type="title"/>
          </p:nvPr>
        </p:nvSpPr>
        <p:spPr>
          <a:xfrm>
            <a:off x="0" y="1"/>
            <a:ext cx="12192000" cy="914399"/>
          </a:xfrm>
          <a:prstGeom prst="rect">
            <a:avLst/>
          </a:prstGeom>
        </p:spPr>
        <p:txBody>
          <a:bodyPr anchor="ctr">
            <a:normAutofit/>
          </a:bodyPr>
          <a:lstStyle>
            <a:lvl1pPr algn="ctr">
              <a:defRPr sz="5400" b="1">
                <a:solidFill>
                  <a:schemeClr val="accent1"/>
                </a:solidFill>
                <a:latin typeface="Times New Roman" panose="02020603050405020304" pitchFamily="18" charset="0"/>
                <a:ea typeface="Verdana" panose="020B0604030504040204" pitchFamily="34" charset="0"/>
                <a:cs typeface="Times New Roman" panose="02020603050405020304" pitchFamily="18" charset="0"/>
              </a:defRPr>
            </a:lvl1pPr>
          </a:lstStyle>
          <a:p>
            <a:r>
              <a:t>Prayers of the Faithful</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a:extLst>
              <a:ext uri="{FF2B5EF4-FFF2-40B4-BE49-F238E27FC236}">
                <a16:creationId xmlns:a16="http://schemas.microsoft.com/office/drawing/2014/main" id="{CEF82248-E6A0-7DCA-2366-B58D4E0F4D09}"/>
              </a:ext>
            </a:extLst>
          </p:cNvPr>
          <p:cNvSpPr>
            <a:spLocks noGrp="1"/>
          </p:cNvSpPr>
          <p:nvPr>
            <p:ph type="body" sz="quarter" idx="10"/>
          </p:nvPr>
        </p:nvSpPr>
        <p:spPr>
          <a:xfrm>
            <a:off x="0" y="1"/>
            <a:ext cx="12192000" cy="6858000"/>
          </a:xfrm>
          <a:prstGeom prst="rect">
            <a:avLst/>
          </a:prstGeom>
        </p:spPr>
        <p:txBody>
          <a:bodyPr anchor="ctr">
            <a:normAutofit/>
          </a:bodyPr>
          <a:lstStyle>
            <a:lvl1pPr marL="0" indent="0" algn="ctr">
              <a:buNone/>
              <a:defRPr sz="4800" b="1">
                <a:latin typeface="Times New Roman" panose="02020603050405020304" pitchFamily="18" charset="0"/>
                <a:cs typeface="Times New Roman" panose="02020603050405020304" pitchFamily="18" charset="0"/>
              </a:defRPr>
            </a:lvl1pPr>
          </a:lstStyle>
          <a:p>
            <a:r>
              <a:t>May the Lord accept </a:t>
            </a:r>
          </a:p>
          <a:p>
            <a:r>
              <a:t>the sacrifice at your hands, </a:t>
            </a:r>
          </a:p>
          <a:p>
            <a:r>
              <a:t>for the praise and glory of His name, </a:t>
            </a:r>
          </a:p>
          <a:p>
            <a:r>
              <a:t>for our good and the good </a:t>
            </a:r>
          </a:p>
          <a:p>
            <a:r>
              <a:t>of all his holy church</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60FD6F-5402-B2AC-BED7-7F3156FD38FA}"/>
            </a:ext>
          </a:extLst>
        </p:cNvPr>
        <p:cNvGrpSpPr/>
        <p:nvPr/>
      </p:nvGrpSpPr>
      <p:grpSpPr>
        <a:xfrm>
          <a:off x="0" y="0"/>
          <a:ext cx="0" cy="0"/>
          <a:chOff x="0" y="0"/>
          <a:chExt cx="0" cy="0"/>
        </a:xfrm>
      </p:grpSpPr>
    </p:spTree>
    <p:extLst>
      <p:ext uri="{BB962C8B-B14F-4D97-AF65-F5344CB8AC3E}">
        <p14:creationId xmlns:p14="http://schemas.microsoft.com/office/powerpoint/2010/main" val="281118812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CD0E458C-49A4-D1C7-A9B7-D7BD06B2172A}"/>
              </a:ext>
            </a:extLst>
          </p:cNvPr>
          <p:cNvSpPr>
            <a:spLocks noGrp="1"/>
          </p:cNvSpPr>
          <p:nvPr>
            <p:ph type="body" sz="quarter" idx="10"/>
          </p:nvPr>
        </p:nvSpPr>
        <p:spPr>
          <a:xfrm>
            <a:off x="0" y="765544"/>
            <a:ext cx="12192000" cy="6092456"/>
          </a:xfrm>
        </p:spPr>
        <p:txBody>
          <a:bodyPr>
            <a:normAutofit fontScale="92500" lnSpcReduction="10000"/>
          </a:bodyPr>
          <a:lstStyle/>
          <a:p>
            <a:r>
              <a:rPr lang="en-US" dirty="0"/>
              <a:t>Brilliant Aurora of Heaven, lovable Mary, thy birth brought great consolation to the souls of the saints detained in limbo, for it announced the approach of the Sun of Justice, Jesus Christ, who would enlighten their darkness and then conduct them to paradise. May thy birth give joy to my soul also, and obtain for me from God, patience in all adversities, a perfect and constant conformity to His most holy will.</a:t>
            </a:r>
          </a:p>
          <a:p>
            <a:r>
              <a:rPr lang="en-US" sz="4300" i="1" dirty="0">
                <a:solidFill>
                  <a:srgbClr val="FF0000"/>
                </a:solidFill>
              </a:rPr>
              <a:t>Hail Mary...</a:t>
            </a:r>
            <a:endParaRPr lang="en-AE" sz="4300" i="1" dirty="0">
              <a:solidFill>
                <a:srgbClr val="FF0000"/>
              </a:solidFill>
            </a:endParaRPr>
          </a:p>
        </p:txBody>
      </p:sp>
      <p:sp>
        <p:nvSpPr>
          <p:cNvPr id="4" name="Title 3">
            <a:extLst>
              <a:ext uri="{FF2B5EF4-FFF2-40B4-BE49-F238E27FC236}">
                <a16:creationId xmlns:a16="http://schemas.microsoft.com/office/drawing/2014/main" id="{D7BBE51A-53AB-C594-900C-621D2D3774C3}"/>
              </a:ext>
            </a:extLst>
          </p:cNvPr>
          <p:cNvSpPr>
            <a:spLocks noGrp="1"/>
          </p:cNvSpPr>
          <p:nvPr>
            <p:ph type="title"/>
          </p:nvPr>
        </p:nvSpPr>
        <p:spPr>
          <a:xfrm>
            <a:off x="0" y="1"/>
            <a:ext cx="12192000" cy="765543"/>
          </a:xfrm>
        </p:spPr>
        <p:txBody>
          <a:bodyPr>
            <a:normAutofit fontScale="90000"/>
          </a:bodyPr>
          <a:lstStyle/>
          <a:p>
            <a:r>
              <a:rPr lang="en-AE" dirty="0"/>
              <a:t>Novena Prayer</a:t>
            </a:r>
          </a:p>
        </p:txBody>
      </p:sp>
    </p:spTree>
    <p:extLst>
      <p:ext uri="{BB962C8B-B14F-4D97-AF65-F5344CB8AC3E}">
        <p14:creationId xmlns:p14="http://schemas.microsoft.com/office/powerpoint/2010/main" val="1026453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A3B5B10A-738B-B8AC-821E-461E01C87554}"/>
              </a:ext>
            </a:extLst>
          </p:cNvPr>
          <p:cNvSpPr>
            <a:spLocks noGrp="1"/>
          </p:cNvSpPr>
          <p:nvPr>
            <p:ph type="body" sz="quarter" idx="10"/>
          </p:nvPr>
        </p:nvSpPr>
        <p:spPr/>
        <p:txBody>
          <a:bodyPr>
            <a:normAutofit/>
          </a:bodyPr>
          <a:lstStyle/>
          <a:p>
            <a:r>
              <a:rPr lang="en-US" sz="4400" dirty="0"/>
              <a:t>Oh, Infant Mary, God almighty chose you as the Mother of Jesus and has adorned you with my virtues. You brought happiness to your family by your birth. By becoming the mother of the Redeemer in your life, you did a great </a:t>
            </a:r>
            <a:r>
              <a:rPr lang="en-US" sz="4400" dirty="0" err="1"/>
              <a:t>favour</a:t>
            </a:r>
            <a:r>
              <a:rPr lang="en-US" sz="4400" dirty="0"/>
              <a:t> to the humankind. Destroying the curse, bestowed the blessing and confounding us with life everlasting. You gave your cooperation for our salvation. For this reason, we are grateful to you.</a:t>
            </a:r>
            <a:endParaRPr lang="en-AE" sz="4400" dirty="0"/>
          </a:p>
        </p:txBody>
      </p:sp>
    </p:spTree>
    <p:extLst>
      <p:ext uri="{BB962C8B-B14F-4D97-AF65-F5344CB8AC3E}">
        <p14:creationId xmlns:p14="http://schemas.microsoft.com/office/powerpoint/2010/main" val="36017257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EE804D9-9489-B2BB-5858-CC1D6EA25007}"/>
              </a:ext>
            </a:extLst>
          </p:cNvPr>
          <p:cNvSpPr>
            <a:spLocks noGrp="1"/>
          </p:cNvSpPr>
          <p:nvPr>
            <p:ph type="body" sz="quarter" idx="10"/>
          </p:nvPr>
        </p:nvSpPr>
        <p:spPr/>
        <p:txBody>
          <a:bodyPr>
            <a:normAutofit/>
          </a:bodyPr>
          <a:lstStyle/>
          <a:p>
            <a:r>
              <a:rPr lang="en-US" sz="4400" dirty="0"/>
              <a:t>By saying “I am the handmaid of the Lord”, you humbled yourself completely before God and gave the first place in your life to the will of God. your sacrificial life gives us an inspiration. Being chosen by God as the Mother of Christian families, send your immense blessings upon our families by your prayers, inspire us to love, be united and to serve one another in our families. Make us persons of joy in our families.</a:t>
            </a:r>
            <a:endParaRPr lang="en-AE" sz="4400" dirty="0"/>
          </a:p>
        </p:txBody>
      </p:sp>
    </p:spTree>
    <p:extLst>
      <p:ext uri="{BB962C8B-B14F-4D97-AF65-F5344CB8AC3E}">
        <p14:creationId xmlns:p14="http://schemas.microsoft.com/office/powerpoint/2010/main" val="4562252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E3E3F88-7B27-2428-671D-83985A7F1406}"/>
              </a:ext>
            </a:extLst>
          </p:cNvPr>
          <p:cNvSpPr>
            <a:spLocks noGrp="1"/>
          </p:cNvSpPr>
          <p:nvPr>
            <p:ph type="body" sz="quarter" idx="10"/>
          </p:nvPr>
        </p:nvSpPr>
        <p:spPr/>
        <p:txBody>
          <a:bodyPr>
            <a:normAutofit/>
          </a:bodyPr>
          <a:lstStyle/>
          <a:p>
            <a:r>
              <a:rPr lang="en-US" sz="4400" dirty="0"/>
              <a:t>O Mary, teach us to become humble like you. By obeying the Word of God, help us to build our lives according to it. Reach out to us in our difficulties, sadness, harms and dangers. Grant all the necessary things in our life by interceding to your Son,</a:t>
            </a:r>
          </a:p>
          <a:p>
            <a:endParaRPr lang="en-US" sz="3200" dirty="0"/>
          </a:p>
          <a:p>
            <a:r>
              <a:rPr lang="en-US" sz="3600" i="1" dirty="0">
                <a:solidFill>
                  <a:srgbClr val="FF0000"/>
                </a:solidFill>
              </a:rPr>
              <a:t>Please State your personal intensions </a:t>
            </a:r>
          </a:p>
          <a:p>
            <a:r>
              <a:rPr lang="en-US" sz="2800" i="1" dirty="0">
                <a:solidFill>
                  <a:srgbClr val="FF0000"/>
                </a:solidFill>
              </a:rPr>
              <a:t>(Pause for 1 minute)</a:t>
            </a:r>
            <a:endParaRPr lang="en-AE" sz="2800" i="1" dirty="0">
              <a:solidFill>
                <a:srgbClr val="FF0000"/>
              </a:solidFill>
            </a:endParaRPr>
          </a:p>
        </p:txBody>
      </p:sp>
    </p:spTree>
    <p:extLst>
      <p:ext uri="{BB962C8B-B14F-4D97-AF65-F5344CB8AC3E}">
        <p14:creationId xmlns:p14="http://schemas.microsoft.com/office/powerpoint/2010/main" val="28652902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0B0C127-6F76-EB3E-A079-A3E8027F4074}"/>
              </a:ext>
            </a:extLst>
          </p:cNvPr>
          <p:cNvSpPr>
            <a:spLocks noGrp="1"/>
          </p:cNvSpPr>
          <p:nvPr>
            <p:ph type="body" sz="quarter" idx="10"/>
          </p:nvPr>
        </p:nvSpPr>
        <p:spPr/>
        <p:txBody>
          <a:bodyPr>
            <a:normAutofit/>
          </a:bodyPr>
          <a:lstStyle/>
          <a:p>
            <a:r>
              <a:rPr lang="en-US" sz="4400" dirty="0"/>
              <a:t>Grant to us your servants, we beseech you. O Lord, the gift of your heavenly grace, that as our salvation was begun in the childbearing of the Blessed Virgin, so from this solemn festival of her Nativity May we obtain an increase of peace. Through Our Lord Jesus Christ. </a:t>
            </a:r>
          </a:p>
          <a:p>
            <a:endParaRPr lang="en-US" sz="2800" dirty="0"/>
          </a:p>
          <a:p>
            <a:r>
              <a:rPr lang="en-US" dirty="0"/>
              <a:t>Amen.</a:t>
            </a:r>
            <a:endParaRPr lang="en-AE" dirty="0"/>
          </a:p>
        </p:txBody>
      </p:sp>
    </p:spTree>
    <p:extLst>
      <p:ext uri="{BB962C8B-B14F-4D97-AF65-F5344CB8AC3E}">
        <p14:creationId xmlns:p14="http://schemas.microsoft.com/office/powerpoint/2010/main" val="17516968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Lyrics">
            <a:extLst>
              <a:ext uri="{FF2B5EF4-FFF2-40B4-BE49-F238E27FC236}">
                <a16:creationId xmlns:a16="http://schemas.microsoft.com/office/drawing/2014/main" id="{CEF82248-E6A0-7DCA-2366-B58D4E0F4D09}"/>
              </a:ext>
            </a:extLst>
          </p:cNvPr>
          <p:cNvSpPr>
            <a:spLocks noGrp="1"/>
          </p:cNvSpPr>
          <p:nvPr>
            <p:ph type="body" sz="quarter" idx="10"/>
          </p:nvPr>
        </p:nvSpPr>
        <p:spPr>
          <a:xfrm>
            <a:off x="0" y="1143000"/>
            <a:ext cx="12192000" cy="5715000"/>
          </a:xfrm>
          <a:prstGeom prst="rect">
            <a:avLst/>
          </a:prstGeom>
        </p:spPr>
        <p:txBody>
          <a:bodyPr anchor="ctr">
            <a:normAutofit/>
          </a:bodyPr>
          <a:lstStyle>
            <a:lvl1pPr marL="0" indent="0" algn="ctr">
              <a:lnSpc>
                <a:spcPct val="100000"/>
              </a:lnSpc>
              <a:spcBef>
                <a:spcPts val="0"/>
              </a:spcBef>
              <a:buNone/>
              <a:defRPr sz="4800" b="1">
                <a:latin typeface="Times New Roman" panose="02020603050405020304" pitchFamily="18" charset="0"/>
                <a:ea typeface="Verdana" panose="020B0604030504040204" pitchFamily="34" charset="0"/>
                <a:cs typeface="Times New Roman" panose="02020603050405020304" pitchFamily="18" charset="0"/>
              </a:defRPr>
            </a:lvl1pPr>
          </a:lstStyle>
          <a:p>
            <a:r>
              <a:t>Lord, we gather today</a:t>
            </a:r>
          </a:p>
          <a:p>
            <a:r>
              <a:t>In Your house, we kneel down and pray</a:t>
            </a:r>
          </a:p>
          <a:p>
            <a:r>
              <a:t>We ask for Your mercy</a:t>
            </a:r>
          </a:p>
          <a:p>
            <a:r>
              <a:t>as we open our hearts</a:t>
            </a:r>
          </a:p>
          <a:p>
            <a:r>
              <a:t>To receive Your forgiveness, oh Lord</a:t>
            </a:r>
          </a:p>
        </p:txBody>
      </p:sp>
      <p:sp>
        <p:nvSpPr>
          <p:cNvPr id="2" name="Song Title">
            <a:extLst>
              <a:ext uri="{FF2B5EF4-FFF2-40B4-BE49-F238E27FC236}">
                <a16:creationId xmlns:a16="http://schemas.microsoft.com/office/drawing/2014/main" id="{D8236168-AA03-815A-E2FA-4A05B896B841}"/>
              </a:ext>
            </a:extLst>
          </p:cNvPr>
          <p:cNvSpPr>
            <a:spLocks noGrp="1"/>
          </p:cNvSpPr>
          <p:nvPr>
            <p:ph type="title"/>
          </p:nvPr>
        </p:nvSpPr>
        <p:spPr>
          <a:xfrm>
            <a:off x="0" y="0"/>
            <a:ext cx="12192000" cy="914400"/>
          </a:xfrm>
          <a:prstGeom prst="rect">
            <a:avLst/>
          </a:prstGeom>
        </p:spPr>
        <p:txBody>
          <a:bodyPr anchor="b">
            <a:normAutofit/>
          </a:bodyPr>
          <a:lstStyle>
            <a:lvl1pPr algn="ctr">
              <a:defRPr sz="5400" b="1">
                <a:solidFill>
                  <a:schemeClr val="accent1"/>
                </a:solidFill>
                <a:latin typeface="Times New Roman" panose="02020603050405020304" pitchFamily="18" charset="0"/>
                <a:ea typeface="Verdana" panose="020B0604030504040204" pitchFamily="34" charset="0"/>
                <a:cs typeface="Times New Roman" panose="02020603050405020304" pitchFamily="18" charset="0"/>
              </a:defRPr>
            </a:lvl1pPr>
          </a:lstStyle>
          <a:p>
            <a:r>
              <a:t>Lord We Gather Today</a:t>
            </a:r>
          </a:p>
        </p:txBody>
      </p:sp>
      <p:sp>
        <p:nvSpPr>
          <p:cNvPr id="4" name="Footer">
            <a:extLst>
              <a:ext uri="{FF2B5EF4-FFF2-40B4-BE49-F238E27FC236}">
                <a16:creationId xmlns:a16="http://schemas.microsoft.com/office/drawing/2014/main" id="{07546E71-A827-033C-0C39-A29C499CAF95}"/>
              </a:ext>
            </a:extLst>
          </p:cNvPr>
          <p:cNvSpPr>
            <a:spLocks noGrp="1"/>
          </p:cNvSpPr>
          <p:nvPr>
            <p:ph type="body" sz="quarter" idx="11"/>
          </p:nvPr>
        </p:nvSpPr>
        <p:spPr>
          <a:xfrm>
            <a:off x="0" y="864705"/>
            <a:ext cx="12192000" cy="270124"/>
          </a:xfrm>
          <a:prstGeom prst="rect">
            <a:avLst/>
          </a:prstGeom>
        </p:spPr>
        <p:txBody>
          <a:bodyPr anchor="t"/>
          <a:lstStyle>
            <a:lvl1pPr algn="ctr">
              <a:buNone/>
              <a:defRPr sz="1400" i="1">
                <a:solidFill>
                  <a:schemeClr val="accent1"/>
                </a:solidFill>
                <a:latin typeface="Times New Roman" panose="02020603050405020304" pitchFamily="18" charset="0"/>
                <a:cs typeface="Times New Roman" panose="02020603050405020304" pitchFamily="18" charset="0"/>
              </a:defRPr>
            </a:lvl1pPr>
          </a:lstStyle>
          <a:p>
            <a:r>
              <a:t>Lester Delgado</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Lyrics">
            <a:extLst>
              <a:ext uri="{FF2B5EF4-FFF2-40B4-BE49-F238E27FC236}">
                <a16:creationId xmlns:a16="http://schemas.microsoft.com/office/drawing/2014/main" id="{CEF82248-E6A0-7DCA-2366-B58D4E0F4D09}"/>
              </a:ext>
            </a:extLst>
          </p:cNvPr>
          <p:cNvSpPr>
            <a:spLocks noGrp="1"/>
          </p:cNvSpPr>
          <p:nvPr>
            <p:ph type="body" sz="quarter" idx="10"/>
          </p:nvPr>
        </p:nvSpPr>
        <p:spPr>
          <a:xfrm>
            <a:off x="0" y="1"/>
            <a:ext cx="12192000" cy="6858000"/>
          </a:xfrm>
          <a:prstGeom prst="rect">
            <a:avLst/>
          </a:prstGeom>
        </p:spPr>
        <p:txBody>
          <a:bodyPr anchor="ctr">
            <a:normAutofit/>
          </a:bodyPr>
          <a:lstStyle>
            <a:lvl1pPr marL="0" indent="0" algn="ctr">
              <a:buNone/>
              <a:defRPr sz="4800" b="1">
                <a:latin typeface="Times New Roman" panose="02020603050405020304" pitchFamily="18" charset="0"/>
                <a:cs typeface="Times New Roman" panose="02020603050405020304" pitchFamily="18" charset="0"/>
              </a:defRPr>
            </a:lvl1pPr>
          </a:lstStyle>
          <a:p>
            <a:r>
              <a:t>Lord, we lift up to You</a:t>
            </a:r>
          </a:p>
          <a:p>
            <a:r>
              <a:t>All these gifts we offer for Your glory</a:t>
            </a:r>
          </a:p>
          <a:p>
            <a:r>
              <a:t>We will eat this living bread, </a:t>
            </a:r>
          </a:p>
          <a:p>
            <a:r>
              <a:t>we will drink this saving cup</a:t>
            </a:r>
          </a:p>
          <a:p>
            <a:r>
              <a:t>And feel of Your presence, oh Lord</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Lyrics">
            <a:extLst>
              <a:ext uri="{FF2B5EF4-FFF2-40B4-BE49-F238E27FC236}">
                <a16:creationId xmlns:a16="http://schemas.microsoft.com/office/drawing/2014/main" id="{CEF82248-E6A0-7DCA-2366-B58D4E0F4D09}"/>
              </a:ext>
            </a:extLst>
          </p:cNvPr>
          <p:cNvSpPr>
            <a:spLocks noGrp="1"/>
          </p:cNvSpPr>
          <p:nvPr>
            <p:ph type="body" sz="quarter" idx="10"/>
          </p:nvPr>
        </p:nvSpPr>
        <p:spPr>
          <a:xfrm>
            <a:off x="0" y="1"/>
            <a:ext cx="12192000" cy="6858000"/>
          </a:xfrm>
          <a:prstGeom prst="rect">
            <a:avLst/>
          </a:prstGeom>
        </p:spPr>
        <p:txBody>
          <a:bodyPr anchor="ctr">
            <a:normAutofit/>
          </a:bodyPr>
          <a:lstStyle>
            <a:lvl1pPr marL="0" indent="0" algn="ctr">
              <a:buNone/>
              <a:defRPr sz="4800" b="1">
                <a:latin typeface="Times New Roman" panose="02020603050405020304" pitchFamily="18" charset="0"/>
                <a:cs typeface="Times New Roman" panose="02020603050405020304" pitchFamily="18" charset="0"/>
              </a:defRPr>
            </a:lvl1pPr>
          </a:lstStyle>
          <a:p>
            <a:r>
              <a:t>As we offer this Bread </a:t>
            </a:r>
          </a:p>
          <a:p>
            <a:r>
              <a:t>and as we bring You this wine</a:t>
            </a:r>
          </a:p>
          <a:p>
            <a:r>
              <a:t>Bless them Lord Jesus </a:t>
            </a:r>
          </a:p>
          <a:p>
            <a:r>
              <a:t>feed us now, give us life</a:t>
            </a:r>
          </a:p>
          <a:p>
            <a:r>
              <a:t>Send us Your spirit, </a:t>
            </a:r>
          </a:p>
          <a:p>
            <a:r>
              <a:t>the source of our lives</a:t>
            </a:r>
          </a:p>
          <a:p>
            <a:r>
              <a:t>And together we will serve You with love</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Lyrics">
            <a:extLst>
              <a:ext uri="{FF2B5EF4-FFF2-40B4-BE49-F238E27FC236}">
                <a16:creationId xmlns:a16="http://schemas.microsoft.com/office/drawing/2014/main" id="{CEF82248-E6A0-7DCA-2366-B58D4E0F4D09}"/>
              </a:ext>
            </a:extLst>
          </p:cNvPr>
          <p:cNvSpPr>
            <a:spLocks noGrp="1"/>
          </p:cNvSpPr>
          <p:nvPr>
            <p:ph type="body" sz="quarter" idx="10"/>
          </p:nvPr>
        </p:nvSpPr>
        <p:spPr>
          <a:xfrm>
            <a:off x="0" y="1"/>
            <a:ext cx="12192000" cy="6858000"/>
          </a:xfrm>
          <a:prstGeom prst="rect">
            <a:avLst/>
          </a:prstGeom>
        </p:spPr>
        <p:txBody>
          <a:bodyPr anchor="ctr">
            <a:normAutofit/>
          </a:bodyPr>
          <a:lstStyle>
            <a:lvl1pPr marL="0" indent="0" algn="ctr">
              <a:buNone/>
              <a:defRPr sz="4800" b="1">
                <a:latin typeface="Times New Roman" panose="02020603050405020304" pitchFamily="18" charset="0"/>
                <a:cs typeface="Times New Roman" panose="02020603050405020304" pitchFamily="18" charset="0"/>
              </a:defRPr>
            </a:lvl1pPr>
          </a:lstStyle>
          <a:p>
            <a:r>
              <a:t>As we offer this Bread </a:t>
            </a:r>
          </a:p>
          <a:p>
            <a:r>
              <a:t>and as we bring You this wine</a:t>
            </a:r>
          </a:p>
          <a:p>
            <a:r>
              <a:t>Bless them Lord Jesus </a:t>
            </a:r>
          </a:p>
          <a:p>
            <a:r>
              <a:t>feed us now, give us life</a:t>
            </a:r>
          </a:p>
          <a:p>
            <a:r>
              <a:t>Send us Your spirit, </a:t>
            </a:r>
          </a:p>
          <a:p>
            <a:r>
              <a:t>the source of our lives</a:t>
            </a:r>
          </a:p>
          <a:p>
            <a:r>
              <a:t>And together we will serve You with love</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Lyrics">
            <a:extLst>
              <a:ext uri="{FF2B5EF4-FFF2-40B4-BE49-F238E27FC236}">
                <a16:creationId xmlns:a16="http://schemas.microsoft.com/office/drawing/2014/main" id="{CEF82248-E6A0-7DCA-2366-B58D4E0F4D09}"/>
              </a:ext>
            </a:extLst>
          </p:cNvPr>
          <p:cNvSpPr>
            <a:spLocks noGrp="1"/>
          </p:cNvSpPr>
          <p:nvPr>
            <p:ph type="body" sz="quarter" idx="10"/>
          </p:nvPr>
        </p:nvSpPr>
        <p:spPr>
          <a:xfrm>
            <a:off x="0" y="1143000"/>
            <a:ext cx="12192000" cy="5715000"/>
          </a:xfrm>
          <a:prstGeom prst="rect">
            <a:avLst/>
          </a:prstGeom>
        </p:spPr>
        <p:txBody>
          <a:bodyPr anchor="ctr">
            <a:normAutofit/>
          </a:bodyPr>
          <a:lstStyle>
            <a:lvl1pPr marL="0" indent="0" algn="ctr">
              <a:lnSpc>
                <a:spcPct val="100000"/>
              </a:lnSpc>
              <a:spcBef>
                <a:spcPts val="0"/>
              </a:spcBef>
              <a:buNone/>
              <a:defRPr sz="4800" b="1">
                <a:latin typeface="Times New Roman" panose="02020603050405020304" pitchFamily="18" charset="0"/>
                <a:ea typeface="Verdana" panose="020B0604030504040204" pitchFamily="34" charset="0"/>
                <a:cs typeface="Times New Roman" panose="02020603050405020304" pitchFamily="18" charset="0"/>
              </a:defRPr>
            </a:lvl1pPr>
          </a:lstStyle>
          <a:p>
            <a:r>
              <a:t>Holy, Holy, Holy Lord, </a:t>
            </a:r>
          </a:p>
          <a:p>
            <a:r>
              <a:t>God of power and might</a:t>
            </a:r>
          </a:p>
          <a:p>
            <a:r>
              <a:t>Heaven and earth, </a:t>
            </a:r>
          </a:p>
          <a:p>
            <a:r>
              <a:t>Are full of your Glory</a:t>
            </a:r>
          </a:p>
          <a:p>
            <a:r>
              <a:t>Hosanna in the highest.</a:t>
            </a:r>
          </a:p>
        </p:txBody>
      </p:sp>
      <p:sp>
        <p:nvSpPr>
          <p:cNvPr id="2" name="Song Title">
            <a:extLst>
              <a:ext uri="{FF2B5EF4-FFF2-40B4-BE49-F238E27FC236}">
                <a16:creationId xmlns:a16="http://schemas.microsoft.com/office/drawing/2014/main" id="{D8236168-AA03-815A-E2FA-4A05B896B841}"/>
              </a:ext>
            </a:extLst>
          </p:cNvPr>
          <p:cNvSpPr>
            <a:spLocks noGrp="1"/>
          </p:cNvSpPr>
          <p:nvPr>
            <p:ph type="title"/>
          </p:nvPr>
        </p:nvSpPr>
        <p:spPr>
          <a:xfrm>
            <a:off x="0" y="0"/>
            <a:ext cx="12192000" cy="914400"/>
          </a:xfrm>
          <a:prstGeom prst="rect">
            <a:avLst/>
          </a:prstGeom>
        </p:spPr>
        <p:txBody>
          <a:bodyPr anchor="b">
            <a:normAutofit/>
          </a:bodyPr>
          <a:lstStyle>
            <a:lvl1pPr algn="ctr">
              <a:defRPr sz="5400" b="1">
                <a:solidFill>
                  <a:schemeClr val="accent1"/>
                </a:solidFill>
                <a:latin typeface="Times New Roman" panose="02020603050405020304" pitchFamily="18" charset="0"/>
                <a:ea typeface="Verdana" panose="020B0604030504040204" pitchFamily="34" charset="0"/>
                <a:cs typeface="Times New Roman" panose="02020603050405020304" pitchFamily="18" charset="0"/>
              </a:defRPr>
            </a:lvl1pPr>
          </a:lstStyle>
          <a:p>
            <a:r>
              <a:t>Holy Holy</a:t>
            </a:r>
          </a:p>
        </p:txBody>
      </p:sp>
      <p:sp>
        <p:nvSpPr>
          <p:cNvPr id="4" name="Footer">
            <a:extLst>
              <a:ext uri="{FF2B5EF4-FFF2-40B4-BE49-F238E27FC236}">
                <a16:creationId xmlns:a16="http://schemas.microsoft.com/office/drawing/2014/main" id="{07546E71-A827-033C-0C39-A29C499CAF95}"/>
              </a:ext>
            </a:extLst>
          </p:cNvPr>
          <p:cNvSpPr>
            <a:spLocks noGrp="1"/>
          </p:cNvSpPr>
          <p:nvPr>
            <p:ph type="body" sz="quarter" idx="11"/>
          </p:nvPr>
        </p:nvSpPr>
        <p:spPr>
          <a:xfrm>
            <a:off x="0" y="864705"/>
            <a:ext cx="12192000" cy="270124"/>
          </a:xfrm>
          <a:prstGeom prst="rect">
            <a:avLst/>
          </a:prstGeom>
        </p:spPr>
        <p:txBody>
          <a:bodyPr anchor="t"/>
          <a:lstStyle>
            <a:lvl1pPr algn="ctr">
              <a:buNone/>
              <a:defRPr sz="1400" i="1">
                <a:solidFill>
                  <a:schemeClr val="accent1"/>
                </a:solidFill>
                <a:latin typeface="Times New Roman" panose="02020603050405020304" pitchFamily="18" charset="0"/>
                <a:cs typeface="Times New Roman" panose="02020603050405020304" pitchFamily="18" charset="0"/>
              </a:defRPr>
            </a:lvl1pPr>
          </a:lstStyle>
          <a:p>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Lyrics">
            <a:extLst>
              <a:ext uri="{FF2B5EF4-FFF2-40B4-BE49-F238E27FC236}">
                <a16:creationId xmlns:a16="http://schemas.microsoft.com/office/drawing/2014/main" id="{CEF82248-E6A0-7DCA-2366-B58D4E0F4D09}"/>
              </a:ext>
            </a:extLst>
          </p:cNvPr>
          <p:cNvSpPr>
            <a:spLocks noGrp="1"/>
          </p:cNvSpPr>
          <p:nvPr>
            <p:ph type="body" sz="quarter" idx="10"/>
          </p:nvPr>
        </p:nvSpPr>
        <p:spPr>
          <a:xfrm>
            <a:off x="0" y="1"/>
            <a:ext cx="12192000" cy="6858000"/>
          </a:xfrm>
          <a:prstGeom prst="rect">
            <a:avLst/>
          </a:prstGeom>
        </p:spPr>
        <p:txBody>
          <a:bodyPr anchor="ctr">
            <a:normAutofit/>
          </a:bodyPr>
          <a:lstStyle>
            <a:lvl1pPr marL="0" indent="0" algn="ctr">
              <a:buNone/>
              <a:defRPr sz="4800" b="1">
                <a:latin typeface="Times New Roman" panose="02020603050405020304" pitchFamily="18" charset="0"/>
                <a:cs typeface="Times New Roman" panose="02020603050405020304" pitchFamily="18" charset="0"/>
              </a:defRPr>
            </a:lvl1pPr>
          </a:lstStyle>
          <a:p>
            <a:r>
              <a:t>Blessed is He, blessed is He, </a:t>
            </a:r>
          </a:p>
          <a:p>
            <a:r>
              <a:t>Who comes in the name </a:t>
            </a:r>
          </a:p>
          <a:p>
            <a:r>
              <a:t>of the Lord</a:t>
            </a:r>
          </a:p>
          <a:p>
            <a:r>
              <a:t>Blessed is He, blessed is He, </a:t>
            </a:r>
          </a:p>
          <a:p>
            <a:r>
              <a:t>Hosanna in the highest.</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Lyrics">
            <a:extLst>
              <a:ext uri="{FF2B5EF4-FFF2-40B4-BE49-F238E27FC236}">
                <a16:creationId xmlns:a16="http://schemas.microsoft.com/office/drawing/2014/main" id="{CEF82248-E6A0-7DCA-2366-B58D4E0F4D09}"/>
              </a:ext>
            </a:extLst>
          </p:cNvPr>
          <p:cNvSpPr>
            <a:spLocks noGrp="1"/>
          </p:cNvSpPr>
          <p:nvPr>
            <p:ph type="body" sz="quarter" idx="10"/>
          </p:nvPr>
        </p:nvSpPr>
        <p:spPr>
          <a:xfrm>
            <a:off x="0" y="1143000"/>
            <a:ext cx="12192000" cy="5715000"/>
          </a:xfrm>
          <a:prstGeom prst="rect">
            <a:avLst/>
          </a:prstGeom>
        </p:spPr>
        <p:txBody>
          <a:bodyPr anchor="ctr">
            <a:normAutofit/>
          </a:bodyPr>
          <a:lstStyle>
            <a:lvl1pPr marL="0" indent="0" algn="ctr">
              <a:lnSpc>
                <a:spcPct val="100000"/>
              </a:lnSpc>
              <a:spcBef>
                <a:spcPts val="0"/>
              </a:spcBef>
              <a:buNone/>
              <a:defRPr sz="4800" b="1">
                <a:latin typeface="Times New Roman" panose="02020603050405020304" pitchFamily="18" charset="0"/>
                <a:ea typeface="Verdana" panose="020B0604030504040204" pitchFamily="34" charset="0"/>
                <a:cs typeface="Times New Roman" panose="02020603050405020304" pitchFamily="18" charset="0"/>
              </a:defRPr>
            </a:lvl1pPr>
          </a:lstStyle>
          <a:p>
            <a:r>
              <a:t>We proclaim your death O Lord</a:t>
            </a:r>
          </a:p>
          <a:p>
            <a:r>
              <a:t>And profess you resurrection</a:t>
            </a:r>
          </a:p>
          <a:p>
            <a:r>
              <a:t>Until you come again</a:t>
            </a:r>
          </a:p>
        </p:txBody>
      </p:sp>
      <p:sp>
        <p:nvSpPr>
          <p:cNvPr id="2" name="Song Title">
            <a:extLst>
              <a:ext uri="{FF2B5EF4-FFF2-40B4-BE49-F238E27FC236}">
                <a16:creationId xmlns:a16="http://schemas.microsoft.com/office/drawing/2014/main" id="{D8236168-AA03-815A-E2FA-4A05B896B841}"/>
              </a:ext>
            </a:extLst>
          </p:cNvPr>
          <p:cNvSpPr>
            <a:spLocks noGrp="1"/>
          </p:cNvSpPr>
          <p:nvPr>
            <p:ph type="title"/>
          </p:nvPr>
        </p:nvSpPr>
        <p:spPr>
          <a:xfrm>
            <a:off x="0" y="0"/>
            <a:ext cx="12192000" cy="914400"/>
          </a:xfrm>
          <a:prstGeom prst="rect">
            <a:avLst/>
          </a:prstGeom>
        </p:spPr>
        <p:txBody>
          <a:bodyPr anchor="b">
            <a:normAutofit/>
          </a:bodyPr>
          <a:lstStyle>
            <a:lvl1pPr algn="ctr">
              <a:defRPr sz="5400" b="1">
                <a:solidFill>
                  <a:schemeClr val="accent1"/>
                </a:solidFill>
                <a:latin typeface="Times New Roman" panose="02020603050405020304" pitchFamily="18" charset="0"/>
                <a:ea typeface="Verdana" panose="020B0604030504040204" pitchFamily="34" charset="0"/>
                <a:cs typeface="Times New Roman" panose="02020603050405020304" pitchFamily="18" charset="0"/>
              </a:defRPr>
            </a:lvl1pPr>
          </a:lstStyle>
          <a:p>
            <a:r>
              <a:t>Memorial Acclamation</a:t>
            </a:r>
          </a:p>
        </p:txBody>
      </p:sp>
      <p:sp>
        <p:nvSpPr>
          <p:cNvPr id="4" name="Footer">
            <a:extLst>
              <a:ext uri="{FF2B5EF4-FFF2-40B4-BE49-F238E27FC236}">
                <a16:creationId xmlns:a16="http://schemas.microsoft.com/office/drawing/2014/main" id="{07546E71-A827-033C-0C39-A29C499CAF95}"/>
              </a:ext>
            </a:extLst>
          </p:cNvPr>
          <p:cNvSpPr>
            <a:spLocks noGrp="1"/>
          </p:cNvSpPr>
          <p:nvPr>
            <p:ph type="body" sz="quarter" idx="11"/>
          </p:nvPr>
        </p:nvSpPr>
        <p:spPr>
          <a:xfrm>
            <a:off x="0" y="864705"/>
            <a:ext cx="12192000" cy="270124"/>
          </a:xfrm>
          <a:prstGeom prst="rect">
            <a:avLst/>
          </a:prstGeom>
        </p:spPr>
        <p:txBody>
          <a:bodyPr anchor="t"/>
          <a:lstStyle>
            <a:lvl1pPr algn="ctr">
              <a:buNone/>
              <a:defRPr sz="1400" i="1">
                <a:solidFill>
                  <a:schemeClr val="accent1"/>
                </a:solidFill>
                <a:latin typeface="Times New Roman" panose="02020603050405020304" pitchFamily="18" charset="0"/>
                <a:cs typeface="Times New Roman" panose="02020603050405020304" pitchFamily="18" charset="0"/>
              </a:defRPr>
            </a:lvl1pPr>
          </a:lstStyle>
          <a:p>
            <a:r>
              <a:t>Douglas Mews • Music © Douglas Mews 2010. Used with permission. Mass of St Theresa. Texts© ICEL 2010. </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Lyrics">
            <a:extLst>
              <a:ext uri="{FF2B5EF4-FFF2-40B4-BE49-F238E27FC236}">
                <a16:creationId xmlns:a16="http://schemas.microsoft.com/office/drawing/2014/main" id="{CEF82248-E6A0-7DCA-2366-B58D4E0F4D09}"/>
              </a:ext>
            </a:extLst>
          </p:cNvPr>
          <p:cNvSpPr>
            <a:spLocks noGrp="1"/>
          </p:cNvSpPr>
          <p:nvPr>
            <p:ph type="body" sz="quarter" idx="10"/>
          </p:nvPr>
        </p:nvSpPr>
        <p:spPr>
          <a:xfrm>
            <a:off x="0" y="1143000"/>
            <a:ext cx="12192000" cy="5715000"/>
          </a:xfrm>
          <a:prstGeom prst="rect">
            <a:avLst/>
          </a:prstGeom>
        </p:spPr>
        <p:txBody>
          <a:bodyPr anchor="ctr">
            <a:normAutofit/>
          </a:bodyPr>
          <a:lstStyle>
            <a:lvl1pPr marL="0" indent="0" algn="ctr">
              <a:lnSpc>
                <a:spcPct val="100000"/>
              </a:lnSpc>
              <a:spcBef>
                <a:spcPts val="0"/>
              </a:spcBef>
              <a:buNone/>
              <a:defRPr sz="4800" b="1">
                <a:latin typeface="Times New Roman" panose="02020603050405020304" pitchFamily="18" charset="0"/>
                <a:ea typeface="Verdana" panose="020B0604030504040204" pitchFamily="34" charset="0"/>
                <a:cs typeface="Times New Roman" panose="02020603050405020304" pitchFamily="18" charset="0"/>
              </a:defRPr>
            </a:lvl1pPr>
          </a:lstStyle>
          <a:p>
            <a:r>
              <a:t>Amen</a:t>
            </a:r>
          </a:p>
        </p:txBody>
      </p:sp>
      <p:sp>
        <p:nvSpPr>
          <p:cNvPr id="2" name="Song Title">
            <a:extLst>
              <a:ext uri="{FF2B5EF4-FFF2-40B4-BE49-F238E27FC236}">
                <a16:creationId xmlns:a16="http://schemas.microsoft.com/office/drawing/2014/main" id="{D8236168-AA03-815A-E2FA-4A05B896B841}"/>
              </a:ext>
            </a:extLst>
          </p:cNvPr>
          <p:cNvSpPr>
            <a:spLocks noGrp="1"/>
          </p:cNvSpPr>
          <p:nvPr>
            <p:ph type="title"/>
          </p:nvPr>
        </p:nvSpPr>
        <p:spPr>
          <a:xfrm>
            <a:off x="0" y="0"/>
            <a:ext cx="12192000" cy="914400"/>
          </a:xfrm>
          <a:prstGeom prst="rect">
            <a:avLst/>
          </a:prstGeom>
        </p:spPr>
        <p:txBody>
          <a:bodyPr anchor="b">
            <a:normAutofit/>
          </a:bodyPr>
          <a:lstStyle>
            <a:lvl1pPr algn="ctr">
              <a:defRPr sz="5400" b="1">
                <a:solidFill>
                  <a:schemeClr val="accent1"/>
                </a:solidFill>
                <a:latin typeface="Times New Roman" panose="02020603050405020304" pitchFamily="18" charset="0"/>
                <a:ea typeface="Verdana" panose="020B0604030504040204" pitchFamily="34" charset="0"/>
                <a:cs typeface="Times New Roman" panose="02020603050405020304" pitchFamily="18" charset="0"/>
              </a:defRPr>
            </a:lvl1pPr>
          </a:lstStyle>
          <a:p>
            <a:r>
              <a:t>Great Amen</a:t>
            </a:r>
          </a:p>
        </p:txBody>
      </p:sp>
      <p:sp>
        <p:nvSpPr>
          <p:cNvPr id="4" name="Footer">
            <a:extLst>
              <a:ext uri="{FF2B5EF4-FFF2-40B4-BE49-F238E27FC236}">
                <a16:creationId xmlns:a16="http://schemas.microsoft.com/office/drawing/2014/main" id="{07546E71-A827-033C-0C39-A29C499CAF95}"/>
              </a:ext>
            </a:extLst>
          </p:cNvPr>
          <p:cNvSpPr>
            <a:spLocks noGrp="1"/>
          </p:cNvSpPr>
          <p:nvPr>
            <p:ph type="body" sz="quarter" idx="11"/>
          </p:nvPr>
        </p:nvSpPr>
        <p:spPr>
          <a:xfrm>
            <a:off x="0" y="864705"/>
            <a:ext cx="12192000" cy="270124"/>
          </a:xfrm>
          <a:prstGeom prst="rect">
            <a:avLst/>
          </a:prstGeom>
        </p:spPr>
        <p:txBody>
          <a:bodyPr anchor="t"/>
          <a:lstStyle>
            <a:lvl1pPr algn="ctr">
              <a:buNone/>
              <a:defRPr sz="1400" i="1">
                <a:solidFill>
                  <a:schemeClr val="accent1"/>
                </a:solidFill>
                <a:latin typeface="Times New Roman" panose="02020603050405020304" pitchFamily="18" charset="0"/>
                <a:cs typeface="Times New Roman" panose="02020603050405020304" pitchFamily="18" charset="0"/>
              </a:defRPr>
            </a:lvl1pPr>
          </a:lstStyle>
          <a:p>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Lyrics">
            <a:extLst>
              <a:ext uri="{FF2B5EF4-FFF2-40B4-BE49-F238E27FC236}">
                <a16:creationId xmlns:a16="http://schemas.microsoft.com/office/drawing/2014/main" id="{CEF82248-E6A0-7DCA-2366-B58D4E0F4D09}"/>
              </a:ext>
            </a:extLst>
          </p:cNvPr>
          <p:cNvSpPr>
            <a:spLocks noGrp="1"/>
          </p:cNvSpPr>
          <p:nvPr>
            <p:ph type="body" sz="quarter" idx="10"/>
          </p:nvPr>
        </p:nvSpPr>
        <p:spPr>
          <a:xfrm>
            <a:off x="0" y="1143000"/>
            <a:ext cx="12192000" cy="5715000"/>
          </a:xfrm>
          <a:prstGeom prst="rect">
            <a:avLst/>
          </a:prstGeom>
        </p:spPr>
        <p:txBody>
          <a:bodyPr anchor="ctr">
            <a:normAutofit/>
          </a:bodyPr>
          <a:lstStyle>
            <a:lvl1pPr marL="0" indent="0" algn="ctr">
              <a:lnSpc>
                <a:spcPct val="100000"/>
              </a:lnSpc>
              <a:spcBef>
                <a:spcPts val="0"/>
              </a:spcBef>
              <a:buNone/>
              <a:defRPr sz="4800" b="1">
                <a:latin typeface="Times New Roman" panose="02020603050405020304" pitchFamily="18" charset="0"/>
                <a:ea typeface="Verdana" panose="020B0604030504040204" pitchFamily="34" charset="0"/>
                <a:cs typeface="Times New Roman" panose="02020603050405020304" pitchFamily="18" charset="0"/>
              </a:defRPr>
            </a:lvl1pPr>
          </a:lstStyle>
          <a:p>
            <a:r>
              <a:t>Our Father, who art in heaven, </a:t>
            </a:r>
          </a:p>
          <a:p>
            <a:r>
              <a:t>Hallowed be Thy name. </a:t>
            </a:r>
          </a:p>
          <a:p>
            <a:r>
              <a:t>Thy kingdom come, </a:t>
            </a:r>
          </a:p>
          <a:p>
            <a:r>
              <a:t>Thy will be done </a:t>
            </a:r>
          </a:p>
          <a:p>
            <a:r>
              <a:t>on earth as it is in heaven</a:t>
            </a:r>
          </a:p>
        </p:txBody>
      </p:sp>
      <p:sp>
        <p:nvSpPr>
          <p:cNvPr id="2" name="Song Title">
            <a:extLst>
              <a:ext uri="{FF2B5EF4-FFF2-40B4-BE49-F238E27FC236}">
                <a16:creationId xmlns:a16="http://schemas.microsoft.com/office/drawing/2014/main" id="{D8236168-AA03-815A-E2FA-4A05B896B841}"/>
              </a:ext>
            </a:extLst>
          </p:cNvPr>
          <p:cNvSpPr>
            <a:spLocks noGrp="1"/>
          </p:cNvSpPr>
          <p:nvPr>
            <p:ph type="title"/>
          </p:nvPr>
        </p:nvSpPr>
        <p:spPr>
          <a:xfrm>
            <a:off x="0" y="0"/>
            <a:ext cx="12192000" cy="914400"/>
          </a:xfrm>
          <a:prstGeom prst="rect">
            <a:avLst/>
          </a:prstGeom>
        </p:spPr>
        <p:txBody>
          <a:bodyPr anchor="b">
            <a:normAutofit/>
          </a:bodyPr>
          <a:lstStyle>
            <a:lvl1pPr algn="ctr">
              <a:defRPr sz="5400" b="1">
                <a:solidFill>
                  <a:schemeClr val="accent1"/>
                </a:solidFill>
                <a:latin typeface="Times New Roman" panose="02020603050405020304" pitchFamily="18" charset="0"/>
                <a:ea typeface="Verdana" panose="020B0604030504040204" pitchFamily="34" charset="0"/>
                <a:cs typeface="Times New Roman" panose="02020603050405020304" pitchFamily="18" charset="0"/>
              </a:defRPr>
            </a:lvl1pPr>
          </a:lstStyle>
          <a:p>
            <a:r>
              <a:t>Our Father</a:t>
            </a:r>
          </a:p>
        </p:txBody>
      </p:sp>
      <p:sp>
        <p:nvSpPr>
          <p:cNvPr id="4" name="Footer">
            <a:extLst>
              <a:ext uri="{FF2B5EF4-FFF2-40B4-BE49-F238E27FC236}">
                <a16:creationId xmlns:a16="http://schemas.microsoft.com/office/drawing/2014/main" id="{07546E71-A827-033C-0C39-A29C499CAF95}"/>
              </a:ext>
            </a:extLst>
          </p:cNvPr>
          <p:cNvSpPr>
            <a:spLocks noGrp="1"/>
          </p:cNvSpPr>
          <p:nvPr>
            <p:ph type="body" sz="quarter" idx="11"/>
          </p:nvPr>
        </p:nvSpPr>
        <p:spPr>
          <a:xfrm>
            <a:off x="0" y="864705"/>
            <a:ext cx="12192000" cy="270124"/>
          </a:xfrm>
          <a:prstGeom prst="rect">
            <a:avLst/>
          </a:prstGeom>
        </p:spPr>
        <p:txBody>
          <a:bodyPr anchor="t"/>
          <a:lstStyle>
            <a:lvl1pPr algn="ctr">
              <a:buNone/>
              <a:defRPr sz="1400" i="1">
                <a:solidFill>
                  <a:schemeClr val="accent1"/>
                </a:solidFill>
                <a:latin typeface="Times New Roman" panose="02020603050405020304" pitchFamily="18" charset="0"/>
                <a:cs typeface="Times New Roman" panose="02020603050405020304" pitchFamily="18" charset="0"/>
              </a:defRPr>
            </a:lvl1pPr>
          </a:lstStyle>
          <a:p>
            <a:r>
              <a:t>Fr. Nez Marcelo</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Lyrics">
            <a:extLst>
              <a:ext uri="{FF2B5EF4-FFF2-40B4-BE49-F238E27FC236}">
                <a16:creationId xmlns:a16="http://schemas.microsoft.com/office/drawing/2014/main" id="{CEF82248-E6A0-7DCA-2366-B58D4E0F4D09}"/>
              </a:ext>
            </a:extLst>
          </p:cNvPr>
          <p:cNvSpPr>
            <a:spLocks noGrp="1"/>
          </p:cNvSpPr>
          <p:nvPr>
            <p:ph type="body" sz="quarter" idx="10"/>
          </p:nvPr>
        </p:nvSpPr>
        <p:spPr>
          <a:xfrm>
            <a:off x="0" y="1"/>
            <a:ext cx="12192000" cy="6858000"/>
          </a:xfrm>
          <a:prstGeom prst="rect">
            <a:avLst/>
          </a:prstGeom>
        </p:spPr>
        <p:txBody>
          <a:bodyPr anchor="ctr">
            <a:normAutofit/>
          </a:bodyPr>
          <a:lstStyle>
            <a:lvl1pPr marL="0" indent="0" algn="ctr">
              <a:buNone/>
              <a:defRPr sz="4800" b="1">
                <a:latin typeface="Times New Roman" panose="02020603050405020304" pitchFamily="18" charset="0"/>
                <a:cs typeface="Times New Roman" panose="02020603050405020304" pitchFamily="18" charset="0"/>
              </a:defRPr>
            </a:lvl1pPr>
          </a:lstStyle>
          <a:p>
            <a:r>
              <a:t>Give us this day our daily bread, </a:t>
            </a:r>
          </a:p>
          <a:p>
            <a:r>
              <a:t>And forgive us our trespasses. </a:t>
            </a:r>
          </a:p>
          <a:p>
            <a:r>
              <a:t>As we forgive those who trespass </a:t>
            </a:r>
          </a:p>
          <a:p>
            <a:r>
              <a:t>against us.</a:t>
            </a:r>
          </a:p>
          <a:p>
            <a:r>
              <a:t>And lead us not into temptation </a:t>
            </a:r>
          </a:p>
          <a:p>
            <a:r>
              <a:t>but deliver us, </a:t>
            </a:r>
          </a:p>
          <a:p>
            <a:r>
              <a:t>deliver us from evil.</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a:extLst>
              <a:ext uri="{FF2B5EF4-FFF2-40B4-BE49-F238E27FC236}">
                <a16:creationId xmlns:a16="http://schemas.microsoft.com/office/drawing/2014/main" id="{CEF82248-E6A0-7DCA-2366-B58D4E0F4D09}"/>
              </a:ext>
            </a:extLst>
          </p:cNvPr>
          <p:cNvSpPr>
            <a:spLocks noGrp="1"/>
          </p:cNvSpPr>
          <p:nvPr>
            <p:ph type="body" sz="quarter" idx="10"/>
          </p:nvPr>
        </p:nvSpPr>
        <p:spPr>
          <a:xfrm>
            <a:off x="0" y="1"/>
            <a:ext cx="12192000" cy="6858000"/>
          </a:xfrm>
          <a:prstGeom prst="rect">
            <a:avLst/>
          </a:prstGeom>
        </p:spPr>
        <p:txBody>
          <a:bodyPr anchor="ctr">
            <a:normAutofit/>
          </a:bodyPr>
          <a:lstStyle>
            <a:lvl1pPr marL="0" indent="0" algn="ctr">
              <a:buNone/>
              <a:defRPr sz="4800" b="1">
                <a:latin typeface="Times New Roman" panose="02020603050405020304" pitchFamily="18" charset="0"/>
                <a:cs typeface="Times New Roman" panose="02020603050405020304" pitchFamily="18" charset="0"/>
              </a:defRPr>
            </a:lvl1pPr>
          </a:lstStyle>
          <a:p>
            <a:r>
              <a:t>For the kingdom, the power, </a:t>
            </a:r>
          </a:p>
          <a:p>
            <a:r>
              <a:t>and the glory are Yours,</a:t>
            </a:r>
          </a:p>
          <a:p>
            <a:r>
              <a:t>Now and forever.</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Lyrics">
            <a:extLst>
              <a:ext uri="{FF2B5EF4-FFF2-40B4-BE49-F238E27FC236}">
                <a16:creationId xmlns:a16="http://schemas.microsoft.com/office/drawing/2014/main" id="{CEF82248-E6A0-7DCA-2366-B58D4E0F4D09}"/>
              </a:ext>
            </a:extLst>
          </p:cNvPr>
          <p:cNvSpPr>
            <a:spLocks noGrp="1"/>
          </p:cNvSpPr>
          <p:nvPr>
            <p:ph type="body" sz="quarter" idx="10"/>
          </p:nvPr>
        </p:nvSpPr>
        <p:spPr>
          <a:xfrm>
            <a:off x="0" y="1143000"/>
            <a:ext cx="12192000" cy="5715000"/>
          </a:xfrm>
          <a:prstGeom prst="rect">
            <a:avLst/>
          </a:prstGeom>
        </p:spPr>
        <p:txBody>
          <a:bodyPr anchor="ctr">
            <a:normAutofit/>
          </a:bodyPr>
          <a:lstStyle>
            <a:lvl1pPr marL="0" indent="0" algn="ctr">
              <a:lnSpc>
                <a:spcPct val="100000"/>
              </a:lnSpc>
              <a:spcBef>
                <a:spcPts val="0"/>
              </a:spcBef>
              <a:buNone/>
              <a:defRPr sz="4800" b="1">
                <a:latin typeface="Times New Roman" panose="02020603050405020304" pitchFamily="18" charset="0"/>
                <a:ea typeface="Verdana" panose="020B0604030504040204" pitchFamily="34" charset="0"/>
                <a:cs typeface="Times New Roman" panose="02020603050405020304" pitchFamily="18" charset="0"/>
              </a:defRPr>
            </a:lvl1pPr>
          </a:lstStyle>
          <a:p>
            <a:r>
              <a:t>Lamb of God You take away</a:t>
            </a:r>
          </a:p>
          <a:p>
            <a:r>
              <a:t>The sins of the world</a:t>
            </a:r>
          </a:p>
          <a:p>
            <a:r>
              <a:t>Have mercy, have mercy on us</a:t>
            </a:r>
          </a:p>
        </p:txBody>
      </p:sp>
      <p:sp>
        <p:nvSpPr>
          <p:cNvPr id="2" name="Song Title">
            <a:extLst>
              <a:ext uri="{FF2B5EF4-FFF2-40B4-BE49-F238E27FC236}">
                <a16:creationId xmlns:a16="http://schemas.microsoft.com/office/drawing/2014/main" id="{D8236168-AA03-815A-E2FA-4A05B896B841}"/>
              </a:ext>
            </a:extLst>
          </p:cNvPr>
          <p:cNvSpPr>
            <a:spLocks noGrp="1"/>
          </p:cNvSpPr>
          <p:nvPr>
            <p:ph type="title"/>
          </p:nvPr>
        </p:nvSpPr>
        <p:spPr>
          <a:xfrm>
            <a:off x="0" y="0"/>
            <a:ext cx="12192000" cy="914400"/>
          </a:xfrm>
          <a:prstGeom prst="rect">
            <a:avLst/>
          </a:prstGeom>
        </p:spPr>
        <p:txBody>
          <a:bodyPr anchor="b">
            <a:normAutofit/>
          </a:bodyPr>
          <a:lstStyle>
            <a:lvl1pPr algn="ctr">
              <a:defRPr sz="5400" b="1">
                <a:solidFill>
                  <a:schemeClr val="accent1"/>
                </a:solidFill>
                <a:latin typeface="Times New Roman" panose="02020603050405020304" pitchFamily="18" charset="0"/>
                <a:ea typeface="Verdana" panose="020B0604030504040204" pitchFamily="34" charset="0"/>
                <a:cs typeface="Times New Roman" panose="02020603050405020304" pitchFamily="18" charset="0"/>
              </a:defRPr>
            </a:lvl1pPr>
          </a:lstStyle>
          <a:p>
            <a:r>
              <a:t>Lamb of God</a:t>
            </a:r>
          </a:p>
        </p:txBody>
      </p:sp>
      <p:sp>
        <p:nvSpPr>
          <p:cNvPr id="4" name="Footer">
            <a:extLst>
              <a:ext uri="{FF2B5EF4-FFF2-40B4-BE49-F238E27FC236}">
                <a16:creationId xmlns:a16="http://schemas.microsoft.com/office/drawing/2014/main" id="{07546E71-A827-033C-0C39-A29C499CAF95}"/>
              </a:ext>
            </a:extLst>
          </p:cNvPr>
          <p:cNvSpPr>
            <a:spLocks noGrp="1"/>
          </p:cNvSpPr>
          <p:nvPr>
            <p:ph type="body" sz="quarter" idx="11"/>
          </p:nvPr>
        </p:nvSpPr>
        <p:spPr>
          <a:xfrm>
            <a:off x="0" y="864705"/>
            <a:ext cx="12192000" cy="270124"/>
          </a:xfrm>
          <a:prstGeom prst="rect">
            <a:avLst/>
          </a:prstGeom>
        </p:spPr>
        <p:txBody>
          <a:bodyPr anchor="t"/>
          <a:lstStyle>
            <a:lvl1pPr algn="ctr">
              <a:buNone/>
              <a:defRPr sz="1400" i="1">
                <a:solidFill>
                  <a:schemeClr val="accent1"/>
                </a:solidFill>
                <a:latin typeface="Times New Roman" panose="02020603050405020304" pitchFamily="18" charset="0"/>
                <a:cs typeface="Times New Roman" panose="02020603050405020304" pitchFamily="18" charset="0"/>
              </a:defRPr>
            </a:lvl1pPr>
          </a:lstStyle>
          <a:p>
            <a:r>
              <a:t>Manoling Francisco</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Lyrics">
            <a:extLst>
              <a:ext uri="{FF2B5EF4-FFF2-40B4-BE49-F238E27FC236}">
                <a16:creationId xmlns:a16="http://schemas.microsoft.com/office/drawing/2014/main" id="{CEF82248-E6A0-7DCA-2366-B58D4E0F4D09}"/>
              </a:ext>
            </a:extLst>
          </p:cNvPr>
          <p:cNvSpPr>
            <a:spLocks noGrp="1"/>
          </p:cNvSpPr>
          <p:nvPr>
            <p:ph type="body" sz="quarter" idx="10"/>
          </p:nvPr>
        </p:nvSpPr>
        <p:spPr>
          <a:xfrm>
            <a:off x="0" y="1"/>
            <a:ext cx="12192000" cy="6858000"/>
          </a:xfrm>
          <a:prstGeom prst="rect">
            <a:avLst/>
          </a:prstGeom>
        </p:spPr>
        <p:txBody>
          <a:bodyPr anchor="ctr">
            <a:normAutofit/>
          </a:bodyPr>
          <a:lstStyle>
            <a:lvl1pPr marL="0" indent="0" algn="ctr">
              <a:buNone/>
              <a:defRPr sz="4800" b="1">
                <a:latin typeface="Times New Roman" panose="02020603050405020304" pitchFamily="18" charset="0"/>
                <a:cs typeface="Times New Roman" panose="02020603050405020304" pitchFamily="18" charset="0"/>
              </a:defRPr>
            </a:lvl1pPr>
          </a:lstStyle>
          <a:p>
            <a:r>
              <a:t>Lamb of God You take away</a:t>
            </a:r>
          </a:p>
          <a:p>
            <a:r>
              <a:t>The sins of the world</a:t>
            </a:r>
          </a:p>
          <a:p>
            <a:r>
              <a:t>Have mercy, have mercy on us</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Lyrics">
            <a:extLst>
              <a:ext uri="{FF2B5EF4-FFF2-40B4-BE49-F238E27FC236}">
                <a16:creationId xmlns:a16="http://schemas.microsoft.com/office/drawing/2014/main" id="{CEF82248-E6A0-7DCA-2366-B58D4E0F4D09}"/>
              </a:ext>
            </a:extLst>
          </p:cNvPr>
          <p:cNvSpPr>
            <a:spLocks noGrp="1"/>
          </p:cNvSpPr>
          <p:nvPr>
            <p:ph type="body" sz="quarter" idx="10"/>
          </p:nvPr>
        </p:nvSpPr>
        <p:spPr>
          <a:xfrm>
            <a:off x="0" y="1"/>
            <a:ext cx="12192000" cy="6858000"/>
          </a:xfrm>
          <a:prstGeom prst="rect">
            <a:avLst/>
          </a:prstGeom>
        </p:spPr>
        <p:txBody>
          <a:bodyPr anchor="ctr">
            <a:normAutofit/>
          </a:bodyPr>
          <a:lstStyle>
            <a:lvl1pPr marL="0" indent="0" algn="ctr">
              <a:buNone/>
              <a:defRPr sz="4800" b="1">
                <a:latin typeface="Times New Roman" panose="02020603050405020304" pitchFamily="18" charset="0"/>
                <a:cs typeface="Times New Roman" panose="02020603050405020304" pitchFamily="18" charset="0"/>
              </a:defRPr>
            </a:lvl1pPr>
          </a:lstStyle>
          <a:p>
            <a:r>
              <a:t>Lamb of God You take away</a:t>
            </a:r>
          </a:p>
          <a:p>
            <a:r>
              <a:t>The sins of the world</a:t>
            </a:r>
          </a:p>
          <a:p>
            <a:r>
              <a:t>Grant us peace..</a:t>
            </a:r>
          </a:p>
          <a:p>
            <a:r>
              <a:t>Grant us peace..</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a:extLst>
              <a:ext uri="{FF2B5EF4-FFF2-40B4-BE49-F238E27FC236}">
                <a16:creationId xmlns:a16="http://schemas.microsoft.com/office/drawing/2014/main" id="{CEF82248-E6A0-7DCA-2366-B58D4E0F4D09}"/>
              </a:ext>
            </a:extLst>
          </p:cNvPr>
          <p:cNvSpPr>
            <a:spLocks noGrp="1"/>
          </p:cNvSpPr>
          <p:nvPr>
            <p:ph type="body" sz="quarter" idx="10"/>
          </p:nvPr>
        </p:nvSpPr>
        <p:spPr>
          <a:xfrm>
            <a:off x="0" y="1"/>
            <a:ext cx="12192000" cy="6858000"/>
          </a:xfrm>
          <a:prstGeom prst="rect">
            <a:avLst/>
          </a:prstGeom>
        </p:spPr>
        <p:txBody>
          <a:bodyPr anchor="ctr">
            <a:normAutofit/>
          </a:bodyPr>
          <a:lstStyle>
            <a:lvl1pPr marL="0" indent="0" algn="ctr">
              <a:buNone/>
              <a:defRPr sz="4800" b="1">
                <a:latin typeface="Times New Roman" panose="02020603050405020304" pitchFamily="18" charset="0"/>
                <a:cs typeface="Times New Roman" panose="02020603050405020304" pitchFamily="18" charset="0"/>
              </a:defRPr>
            </a:lvl1pPr>
          </a:lstStyle>
          <a:p>
            <a:r>
              <a:t>Lord, I am not worthy </a:t>
            </a:r>
          </a:p>
          <a:p>
            <a:r>
              <a:t>that you should enter under my roof, </a:t>
            </a:r>
          </a:p>
          <a:p>
            <a:r>
              <a:t>but only say the word </a:t>
            </a:r>
          </a:p>
          <a:p>
            <a:r>
              <a:t>and my soul shall be be healed</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Lyrics">
            <a:extLst>
              <a:ext uri="{FF2B5EF4-FFF2-40B4-BE49-F238E27FC236}">
                <a16:creationId xmlns:a16="http://schemas.microsoft.com/office/drawing/2014/main" id="{CEF82248-E6A0-7DCA-2366-B58D4E0F4D09}"/>
              </a:ext>
            </a:extLst>
          </p:cNvPr>
          <p:cNvSpPr>
            <a:spLocks noGrp="1"/>
          </p:cNvSpPr>
          <p:nvPr>
            <p:ph type="body" sz="quarter" idx="10"/>
          </p:nvPr>
        </p:nvSpPr>
        <p:spPr>
          <a:xfrm>
            <a:off x="0" y="1143000"/>
            <a:ext cx="12192000" cy="5715000"/>
          </a:xfrm>
          <a:prstGeom prst="rect">
            <a:avLst/>
          </a:prstGeom>
        </p:spPr>
        <p:txBody>
          <a:bodyPr anchor="ctr">
            <a:normAutofit/>
          </a:bodyPr>
          <a:lstStyle>
            <a:lvl1pPr marL="0" indent="0" algn="ctr">
              <a:lnSpc>
                <a:spcPct val="100000"/>
              </a:lnSpc>
              <a:spcBef>
                <a:spcPts val="0"/>
              </a:spcBef>
              <a:buNone/>
              <a:defRPr sz="4800" b="1">
                <a:latin typeface="Times New Roman" panose="02020603050405020304" pitchFamily="18" charset="0"/>
                <a:ea typeface="Verdana" panose="020B0604030504040204" pitchFamily="34" charset="0"/>
                <a:cs typeface="Times New Roman" panose="02020603050405020304" pitchFamily="18" charset="0"/>
              </a:defRPr>
            </a:lvl1pPr>
          </a:lstStyle>
          <a:p>
            <a:endParaRPr/>
          </a:p>
        </p:txBody>
      </p:sp>
      <p:sp>
        <p:nvSpPr>
          <p:cNvPr id="2" name="Song Title">
            <a:extLst>
              <a:ext uri="{FF2B5EF4-FFF2-40B4-BE49-F238E27FC236}">
                <a16:creationId xmlns:a16="http://schemas.microsoft.com/office/drawing/2014/main" id="{D8236168-AA03-815A-E2FA-4A05B896B841}"/>
              </a:ext>
            </a:extLst>
          </p:cNvPr>
          <p:cNvSpPr>
            <a:spLocks noGrp="1"/>
          </p:cNvSpPr>
          <p:nvPr>
            <p:ph type="title"/>
          </p:nvPr>
        </p:nvSpPr>
        <p:spPr>
          <a:xfrm>
            <a:off x="0" y="0"/>
            <a:ext cx="12192000" cy="914400"/>
          </a:xfrm>
          <a:prstGeom prst="rect">
            <a:avLst/>
          </a:prstGeom>
        </p:spPr>
        <p:txBody>
          <a:bodyPr anchor="b">
            <a:normAutofit/>
          </a:bodyPr>
          <a:lstStyle>
            <a:lvl1pPr algn="ctr">
              <a:defRPr sz="5400" b="1">
                <a:solidFill>
                  <a:schemeClr val="accent1"/>
                </a:solidFill>
                <a:latin typeface="Times New Roman" panose="02020603050405020304" pitchFamily="18" charset="0"/>
                <a:ea typeface="Verdana" panose="020B0604030504040204" pitchFamily="34" charset="0"/>
                <a:cs typeface="Times New Roman" panose="02020603050405020304" pitchFamily="18" charset="0"/>
              </a:defRPr>
            </a:lvl1pPr>
          </a:lstStyle>
          <a:p>
            <a:r>
              <a:t>Magniﬁcat</a:t>
            </a:r>
          </a:p>
        </p:txBody>
      </p:sp>
      <p:sp>
        <p:nvSpPr>
          <p:cNvPr id="4" name="Footer">
            <a:extLst>
              <a:ext uri="{FF2B5EF4-FFF2-40B4-BE49-F238E27FC236}">
                <a16:creationId xmlns:a16="http://schemas.microsoft.com/office/drawing/2014/main" id="{07546E71-A827-033C-0C39-A29C499CAF95}"/>
              </a:ext>
            </a:extLst>
          </p:cNvPr>
          <p:cNvSpPr>
            <a:spLocks noGrp="1"/>
          </p:cNvSpPr>
          <p:nvPr>
            <p:ph type="body" sz="quarter" idx="11"/>
          </p:nvPr>
        </p:nvSpPr>
        <p:spPr>
          <a:xfrm>
            <a:off x="0" y="864705"/>
            <a:ext cx="12192000" cy="270124"/>
          </a:xfrm>
          <a:prstGeom prst="rect">
            <a:avLst/>
          </a:prstGeom>
        </p:spPr>
        <p:txBody>
          <a:bodyPr anchor="t"/>
          <a:lstStyle>
            <a:lvl1pPr algn="ctr">
              <a:buNone/>
              <a:defRPr sz="1400" i="1">
                <a:solidFill>
                  <a:schemeClr val="accent1"/>
                </a:solidFill>
                <a:latin typeface="Times New Roman" panose="02020603050405020304" pitchFamily="18" charset="0"/>
                <a:cs typeface="Times New Roman" panose="02020603050405020304" pitchFamily="18" charset="0"/>
              </a:defRPr>
            </a:lvl1pPr>
          </a:lstStyle>
          <a:p>
            <a:r>
              <a:t>David Haas • OneLicense #04098 • © 1990 GIA Publications, Inc.</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Lyrics">
            <a:extLst>
              <a:ext uri="{FF2B5EF4-FFF2-40B4-BE49-F238E27FC236}">
                <a16:creationId xmlns:a16="http://schemas.microsoft.com/office/drawing/2014/main" id="{CEF82248-E6A0-7DCA-2366-B58D4E0F4D09}"/>
              </a:ext>
            </a:extLst>
          </p:cNvPr>
          <p:cNvSpPr>
            <a:spLocks noGrp="1"/>
          </p:cNvSpPr>
          <p:nvPr>
            <p:ph type="body" sz="quarter" idx="10"/>
          </p:nvPr>
        </p:nvSpPr>
        <p:spPr>
          <a:xfrm>
            <a:off x="0" y="1143000"/>
            <a:ext cx="12192000" cy="5715000"/>
          </a:xfrm>
          <a:prstGeom prst="rect">
            <a:avLst/>
          </a:prstGeom>
        </p:spPr>
        <p:txBody>
          <a:bodyPr anchor="ctr">
            <a:normAutofit/>
          </a:bodyPr>
          <a:lstStyle>
            <a:lvl1pPr marL="0" indent="0" algn="ctr">
              <a:lnSpc>
                <a:spcPct val="100000"/>
              </a:lnSpc>
              <a:spcBef>
                <a:spcPts val="0"/>
              </a:spcBef>
              <a:buNone/>
              <a:defRPr sz="4800" b="1">
                <a:latin typeface="Times New Roman" panose="02020603050405020304" pitchFamily="18" charset="0"/>
                <a:ea typeface="Verdana" panose="020B0604030504040204" pitchFamily="34" charset="0"/>
                <a:cs typeface="Times New Roman" panose="02020603050405020304" pitchFamily="18" charset="0"/>
              </a:defRPr>
            </a:lvl1pPr>
          </a:lstStyle>
          <a:p>
            <a:r>
              <a:t>Do not let your hearts be troubled</a:t>
            </a:r>
          </a:p>
          <a:p>
            <a:r>
              <a:t>Do not stay afraid</a:t>
            </a:r>
          </a:p>
          <a:p>
            <a:r>
              <a:t>It is really I whom you seek</a:t>
            </a:r>
          </a:p>
          <a:p>
            <a:r>
              <a:t>I offer you now My peace</a:t>
            </a:r>
          </a:p>
        </p:txBody>
      </p:sp>
      <p:sp>
        <p:nvSpPr>
          <p:cNvPr id="2" name="Song Title">
            <a:extLst>
              <a:ext uri="{FF2B5EF4-FFF2-40B4-BE49-F238E27FC236}">
                <a16:creationId xmlns:a16="http://schemas.microsoft.com/office/drawing/2014/main" id="{D8236168-AA03-815A-E2FA-4A05B896B841}"/>
              </a:ext>
            </a:extLst>
          </p:cNvPr>
          <p:cNvSpPr>
            <a:spLocks noGrp="1"/>
          </p:cNvSpPr>
          <p:nvPr>
            <p:ph type="title"/>
          </p:nvPr>
        </p:nvSpPr>
        <p:spPr>
          <a:xfrm>
            <a:off x="0" y="0"/>
            <a:ext cx="12192000" cy="914400"/>
          </a:xfrm>
          <a:prstGeom prst="rect">
            <a:avLst/>
          </a:prstGeom>
        </p:spPr>
        <p:txBody>
          <a:bodyPr anchor="b">
            <a:normAutofit/>
          </a:bodyPr>
          <a:lstStyle>
            <a:lvl1pPr algn="ctr">
              <a:defRPr sz="5400" b="1">
                <a:solidFill>
                  <a:schemeClr val="accent1"/>
                </a:solidFill>
                <a:latin typeface="Times New Roman" panose="02020603050405020304" pitchFamily="18" charset="0"/>
                <a:ea typeface="Verdana" panose="020B0604030504040204" pitchFamily="34" charset="0"/>
                <a:cs typeface="Times New Roman" panose="02020603050405020304" pitchFamily="18" charset="0"/>
              </a:defRPr>
            </a:lvl1pPr>
          </a:lstStyle>
          <a:p>
            <a:r>
              <a:t>I Am Ever With You </a:t>
            </a:r>
          </a:p>
        </p:txBody>
      </p:sp>
      <p:sp>
        <p:nvSpPr>
          <p:cNvPr id="4" name="Footer">
            <a:extLst>
              <a:ext uri="{FF2B5EF4-FFF2-40B4-BE49-F238E27FC236}">
                <a16:creationId xmlns:a16="http://schemas.microsoft.com/office/drawing/2014/main" id="{07546E71-A827-033C-0C39-A29C499CAF95}"/>
              </a:ext>
            </a:extLst>
          </p:cNvPr>
          <p:cNvSpPr>
            <a:spLocks noGrp="1"/>
          </p:cNvSpPr>
          <p:nvPr>
            <p:ph type="body" sz="quarter" idx="11"/>
          </p:nvPr>
        </p:nvSpPr>
        <p:spPr>
          <a:xfrm>
            <a:off x="0" y="864705"/>
            <a:ext cx="12192000" cy="270124"/>
          </a:xfrm>
          <a:prstGeom prst="rect">
            <a:avLst/>
          </a:prstGeom>
        </p:spPr>
        <p:txBody>
          <a:bodyPr anchor="t"/>
          <a:lstStyle>
            <a:lvl1pPr algn="ctr">
              <a:buNone/>
              <a:defRPr sz="1400" i="1">
                <a:solidFill>
                  <a:schemeClr val="accent1"/>
                </a:solidFill>
                <a:latin typeface="Times New Roman" panose="02020603050405020304" pitchFamily="18" charset="0"/>
                <a:cs typeface="Times New Roman" panose="02020603050405020304" pitchFamily="18" charset="0"/>
              </a:defRPr>
            </a:lvl1pPr>
          </a:lstStyle>
          <a:p>
            <a:r>
              <a:t>Arnel dC Aquino • OneLicense #30148195 • © 1992, Jesuit Communication Foundation. Administered by OCP. All rights reserved.</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Lyrics">
            <a:extLst>
              <a:ext uri="{FF2B5EF4-FFF2-40B4-BE49-F238E27FC236}">
                <a16:creationId xmlns:a16="http://schemas.microsoft.com/office/drawing/2014/main" id="{CEF82248-E6A0-7DCA-2366-B58D4E0F4D09}"/>
              </a:ext>
            </a:extLst>
          </p:cNvPr>
          <p:cNvSpPr>
            <a:spLocks noGrp="1"/>
          </p:cNvSpPr>
          <p:nvPr>
            <p:ph type="body" sz="quarter" idx="10"/>
          </p:nvPr>
        </p:nvSpPr>
        <p:spPr>
          <a:xfrm>
            <a:off x="0" y="1"/>
            <a:ext cx="12192000" cy="6858000"/>
          </a:xfrm>
          <a:prstGeom prst="rect">
            <a:avLst/>
          </a:prstGeom>
        </p:spPr>
        <p:txBody>
          <a:bodyPr anchor="ctr">
            <a:normAutofit/>
          </a:bodyPr>
          <a:lstStyle>
            <a:lvl1pPr marL="0" indent="0" algn="ctr">
              <a:buNone/>
              <a:defRPr sz="4800" b="1">
                <a:latin typeface="Times New Roman" panose="02020603050405020304" pitchFamily="18" charset="0"/>
                <a:cs typeface="Times New Roman" panose="02020603050405020304" pitchFamily="18" charset="0"/>
              </a:defRPr>
            </a:lvl1pPr>
          </a:lstStyle>
          <a:p>
            <a:r>
              <a:t>I have waited for this moment</a:t>
            </a:r>
          </a:p>
          <a:p>
            <a:r>
              <a:t>To be with you again</a:t>
            </a:r>
          </a:p>
          <a:p>
            <a:r>
              <a:t>In My heart, you'll remain</a:t>
            </a:r>
          </a:p>
          <a:p>
            <a:r>
              <a:t>In your heart, I'll stay</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Lyrics">
            <a:extLst>
              <a:ext uri="{FF2B5EF4-FFF2-40B4-BE49-F238E27FC236}">
                <a16:creationId xmlns:a16="http://schemas.microsoft.com/office/drawing/2014/main" id="{CEF82248-E6A0-7DCA-2366-B58D4E0F4D09}"/>
              </a:ext>
            </a:extLst>
          </p:cNvPr>
          <p:cNvSpPr>
            <a:spLocks noGrp="1"/>
          </p:cNvSpPr>
          <p:nvPr>
            <p:ph type="body" sz="quarter" idx="10"/>
          </p:nvPr>
        </p:nvSpPr>
        <p:spPr>
          <a:xfrm>
            <a:off x="0" y="1"/>
            <a:ext cx="12192000" cy="6858000"/>
          </a:xfrm>
          <a:prstGeom prst="rect">
            <a:avLst/>
          </a:prstGeom>
        </p:spPr>
        <p:txBody>
          <a:bodyPr anchor="ctr">
            <a:normAutofit/>
          </a:bodyPr>
          <a:lstStyle>
            <a:lvl1pPr marL="0" indent="0" algn="ctr">
              <a:buNone/>
              <a:defRPr sz="4800" b="1">
                <a:latin typeface="Times New Roman" panose="02020603050405020304" pitchFamily="18" charset="0"/>
                <a:cs typeface="Times New Roman" panose="02020603050405020304" pitchFamily="18" charset="0"/>
              </a:defRPr>
            </a:lvl1pPr>
          </a:lstStyle>
          <a:p>
            <a:r>
              <a:t>I am with you </a:t>
            </a:r>
          </a:p>
          <a:p>
            <a:r>
              <a:t>'til the end of your days</a:t>
            </a:r>
          </a:p>
          <a:p>
            <a:r>
              <a:t>I am with you, have faith</a:t>
            </a:r>
          </a:p>
          <a:p>
            <a:r>
              <a:t>That I'll hold you </a:t>
            </a:r>
          </a:p>
          <a:p>
            <a:r>
              <a:t>Even when you let go</a:t>
            </a:r>
          </a:p>
          <a:p>
            <a:r>
              <a:t>And I love you, you must know</a:t>
            </a:r>
          </a:p>
          <a:p>
            <a:r>
              <a:t>I am here, I am ever with you</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Lyrics">
            <a:extLst>
              <a:ext uri="{FF2B5EF4-FFF2-40B4-BE49-F238E27FC236}">
                <a16:creationId xmlns:a16="http://schemas.microsoft.com/office/drawing/2014/main" id="{CEF82248-E6A0-7DCA-2366-B58D4E0F4D09}"/>
              </a:ext>
            </a:extLst>
          </p:cNvPr>
          <p:cNvSpPr>
            <a:spLocks noGrp="1"/>
          </p:cNvSpPr>
          <p:nvPr>
            <p:ph type="body" sz="quarter" idx="10"/>
          </p:nvPr>
        </p:nvSpPr>
        <p:spPr>
          <a:xfrm>
            <a:off x="0" y="1"/>
            <a:ext cx="12192000" cy="6858000"/>
          </a:xfrm>
          <a:prstGeom prst="rect">
            <a:avLst/>
          </a:prstGeom>
        </p:spPr>
        <p:txBody>
          <a:bodyPr anchor="ctr">
            <a:normAutofit/>
          </a:bodyPr>
          <a:lstStyle>
            <a:lvl1pPr marL="0" indent="0" algn="ctr">
              <a:buNone/>
              <a:defRPr sz="4800" b="1">
                <a:latin typeface="Times New Roman" panose="02020603050405020304" pitchFamily="18" charset="0"/>
                <a:cs typeface="Times New Roman" panose="02020603050405020304" pitchFamily="18" charset="0"/>
              </a:defRPr>
            </a:lvl1pPr>
          </a:lstStyle>
          <a:p>
            <a:r>
              <a:t>Do not let your hearts be troubled</a:t>
            </a:r>
          </a:p>
          <a:p>
            <a:r>
              <a:t>Do not stay afraid</a:t>
            </a:r>
          </a:p>
          <a:p>
            <a:r>
              <a:t>I'm beyond all anguish or death</a:t>
            </a:r>
          </a:p>
          <a:p>
            <a:r>
              <a:t>I'm risen to life anew</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Lyrics">
            <a:extLst>
              <a:ext uri="{FF2B5EF4-FFF2-40B4-BE49-F238E27FC236}">
                <a16:creationId xmlns:a16="http://schemas.microsoft.com/office/drawing/2014/main" id="{CEF82248-E6A0-7DCA-2366-B58D4E0F4D09}"/>
              </a:ext>
            </a:extLst>
          </p:cNvPr>
          <p:cNvSpPr>
            <a:spLocks noGrp="1"/>
          </p:cNvSpPr>
          <p:nvPr>
            <p:ph type="body" sz="quarter" idx="10"/>
          </p:nvPr>
        </p:nvSpPr>
        <p:spPr>
          <a:xfrm>
            <a:off x="0" y="1"/>
            <a:ext cx="12192000" cy="6858000"/>
          </a:xfrm>
          <a:prstGeom prst="rect">
            <a:avLst/>
          </a:prstGeom>
        </p:spPr>
        <p:txBody>
          <a:bodyPr anchor="ctr">
            <a:normAutofit/>
          </a:bodyPr>
          <a:lstStyle>
            <a:lvl1pPr marL="0" indent="0" algn="ctr">
              <a:buNone/>
              <a:defRPr sz="4800" b="1">
                <a:latin typeface="Times New Roman" panose="02020603050405020304" pitchFamily="18" charset="0"/>
                <a:cs typeface="Times New Roman" panose="02020603050405020304" pitchFamily="18" charset="0"/>
              </a:defRPr>
            </a:lvl1pPr>
          </a:lstStyle>
          <a:p>
            <a:r>
              <a:t>I am with you </a:t>
            </a:r>
          </a:p>
          <a:p>
            <a:r>
              <a:t>'til the end of your days</a:t>
            </a:r>
          </a:p>
          <a:p>
            <a:r>
              <a:t>I am with you, have faith</a:t>
            </a:r>
          </a:p>
          <a:p>
            <a:r>
              <a:t>That I'll hold you </a:t>
            </a:r>
          </a:p>
          <a:p>
            <a:r>
              <a:t>Even when you let go</a:t>
            </a:r>
          </a:p>
          <a:p>
            <a:r>
              <a:t>And I love you, you must know</a:t>
            </a:r>
          </a:p>
          <a:p>
            <a:r>
              <a:t>I am here, I am ever with you</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Lyrics">
            <a:extLst>
              <a:ext uri="{FF2B5EF4-FFF2-40B4-BE49-F238E27FC236}">
                <a16:creationId xmlns:a16="http://schemas.microsoft.com/office/drawing/2014/main" id="{CEF82248-E6A0-7DCA-2366-B58D4E0F4D09}"/>
              </a:ext>
            </a:extLst>
          </p:cNvPr>
          <p:cNvSpPr>
            <a:spLocks noGrp="1"/>
          </p:cNvSpPr>
          <p:nvPr>
            <p:ph type="body" sz="quarter" idx="10"/>
          </p:nvPr>
        </p:nvSpPr>
        <p:spPr>
          <a:xfrm>
            <a:off x="0" y="1"/>
            <a:ext cx="12192000" cy="6858000"/>
          </a:xfrm>
          <a:prstGeom prst="rect">
            <a:avLst/>
          </a:prstGeom>
        </p:spPr>
        <p:txBody>
          <a:bodyPr anchor="ctr">
            <a:normAutofit/>
          </a:bodyPr>
          <a:lstStyle>
            <a:lvl1pPr marL="0" indent="0" algn="ctr">
              <a:buNone/>
              <a:defRPr sz="4800" b="1">
                <a:latin typeface="Times New Roman" panose="02020603050405020304" pitchFamily="18" charset="0"/>
                <a:cs typeface="Times New Roman" panose="02020603050405020304" pitchFamily="18" charset="0"/>
              </a:defRPr>
            </a:lvl1pPr>
          </a:lstStyle>
          <a:p>
            <a:r>
              <a:t>I am with you </a:t>
            </a:r>
          </a:p>
          <a:p>
            <a:r>
              <a:t>'til the end of your days</a:t>
            </a:r>
          </a:p>
          <a:p>
            <a:r>
              <a:t>I am with you, have faith</a:t>
            </a:r>
          </a:p>
          <a:p>
            <a:r>
              <a:t>That I'll hold you </a:t>
            </a:r>
          </a:p>
          <a:p>
            <a:r>
              <a:t>Even when you let go</a:t>
            </a:r>
          </a:p>
          <a:p>
            <a:r>
              <a:t>And I love you, you must know</a:t>
            </a:r>
          </a:p>
          <a:p>
            <a:r>
              <a:t>I am here, I am ever with you</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a:extLst>
              <a:ext uri="{FF2B5EF4-FFF2-40B4-BE49-F238E27FC236}">
                <a16:creationId xmlns:a16="http://schemas.microsoft.com/office/drawing/2014/main" id="{CEF82248-E6A0-7DCA-2366-B58D4E0F4D09}"/>
              </a:ext>
            </a:extLst>
          </p:cNvPr>
          <p:cNvSpPr>
            <a:spLocks noGrp="1"/>
          </p:cNvSpPr>
          <p:nvPr>
            <p:ph type="body" sz="quarter" idx="10"/>
          </p:nvPr>
        </p:nvSpPr>
        <p:spPr>
          <a:xfrm>
            <a:off x="0" y="914400"/>
            <a:ext cx="12192000" cy="5943600"/>
          </a:xfrm>
          <a:prstGeom prst="rect">
            <a:avLst/>
          </a:prstGeom>
        </p:spPr>
        <p:txBody>
          <a:bodyPr anchor="ctr">
            <a:normAutofit/>
          </a:bodyPr>
          <a:lstStyle>
            <a:lvl1pPr marL="0" indent="0" algn="ctr">
              <a:lnSpc>
                <a:spcPct val="100000"/>
              </a:lnSpc>
              <a:spcBef>
                <a:spcPts val="0"/>
              </a:spcBef>
              <a:buNone/>
              <a:defRPr sz="4800" b="1">
                <a:latin typeface="Times New Roman" panose="02020603050405020304" pitchFamily="18" charset="0"/>
                <a:ea typeface="Verdana" panose="020B0604030504040204" pitchFamily="34" charset="0"/>
                <a:cs typeface="Times New Roman" panose="02020603050405020304" pitchFamily="18" charset="0"/>
              </a:defRPr>
            </a:lvl1pPr>
          </a:lstStyle>
          <a:p>
            <a:r>
              <a:t>Saint Francis, our brother, </a:t>
            </a:r>
          </a:p>
          <a:p>
            <a:r>
              <a:t>you who eight hundred years ago </a:t>
            </a:r>
          </a:p>
          <a:p>
            <a:r>
              <a:t>went to meet Sister Death as a man at peace, </a:t>
            </a:r>
          </a:p>
          <a:p>
            <a:r>
              <a:t>intercede for us with the Lord.</a:t>
            </a:r>
          </a:p>
          <a:p>
            <a:r>
              <a:t>In the Crucifix of San Damiano </a:t>
            </a:r>
          </a:p>
          <a:p>
            <a:r>
              <a:t>you recognized true peace, </a:t>
            </a:r>
          </a:p>
          <a:p>
            <a:r>
              <a:t>teach us to seek in Him the source of all </a:t>
            </a:r>
          </a:p>
          <a:p>
            <a:r>
              <a:t>reconciliation that breaks down every wall.</a:t>
            </a:r>
          </a:p>
        </p:txBody>
      </p:sp>
      <p:sp>
        <p:nvSpPr>
          <p:cNvPr id="2" name="Title">
            <a:extLst>
              <a:ext uri="{FF2B5EF4-FFF2-40B4-BE49-F238E27FC236}">
                <a16:creationId xmlns:a16="http://schemas.microsoft.com/office/drawing/2014/main" id="{D8236168-AA03-815A-E2FA-4A05B896B841}"/>
              </a:ext>
            </a:extLst>
          </p:cNvPr>
          <p:cNvSpPr>
            <a:spLocks noGrp="1"/>
          </p:cNvSpPr>
          <p:nvPr>
            <p:ph type="title"/>
          </p:nvPr>
        </p:nvSpPr>
        <p:spPr>
          <a:xfrm>
            <a:off x="0" y="1"/>
            <a:ext cx="12192000" cy="914399"/>
          </a:xfrm>
          <a:prstGeom prst="rect">
            <a:avLst/>
          </a:prstGeom>
        </p:spPr>
        <p:txBody>
          <a:bodyPr anchor="ctr">
            <a:normAutofit/>
          </a:bodyPr>
          <a:lstStyle>
            <a:lvl1pPr algn="ctr">
              <a:defRPr sz="5400" b="1">
                <a:solidFill>
                  <a:schemeClr val="accent1"/>
                </a:solidFill>
                <a:latin typeface="Times New Roman" panose="02020603050405020304" pitchFamily="18" charset="0"/>
                <a:ea typeface="Verdana" panose="020B0604030504040204" pitchFamily="34" charset="0"/>
                <a:cs typeface="Times New Roman" panose="02020603050405020304" pitchFamily="18" charset="0"/>
              </a:defRPr>
            </a:lvl1pPr>
          </a:lstStyle>
          <a:p>
            <a:r>
              <a:t>Prayer to Saint Francis of Assisi</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a:extLst>
              <a:ext uri="{FF2B5EF4-FFF2-40B4-BE49-F238E27FC236}">
                <a16:creationId xmlns:a16="http://schemas.microsoft.com/office/drawing/2014/main" id="{CEF82248-E6A0-7DCA-2366-B58D4E0F4D09}"/>
              </a:ext>
            </a:extLst>
          </p:cNvPr>
          <p:cNvSpPr>
            <a:spLocks noGrp="1"/>
          </p:cNvSpPr>
          <p:nvPr>
            <p:ph type="body" sz="quarter" idx="10"/>
          </p:nvPr>
        </p:nvSpPr>
        <p:spPr>
          <a:xfrm>
            <a:off x="0" y="1"/>
            <a:ext cx="12192000" cy="6858000"/>
          </a:xfrm>
          <a:prstGeom prst="rect">
            <a:avLst/>
          </a:prstGeom>
        </p:spPr>
        <p:txBody>
          <a:bodyPr anchor="ctr">
            <a:normAutofit/>
          </a:bodyPr>
          <a:lstStyle>
            <a:lvl1pPr marL="0" indent="0" algn="ctr">
              <a:buNone/>
              <a:defRPr sz="4800" b="1">
                <a:latin typeface="Times New Roman" panose="02020603050405020304" pitchFamily="18" charset="0"/>
                <a:cs typeface="Times New Roman" panose="02020603050405020304" pitchFamily="18" charset="0"/>
              </a:defRPr>
            </a:lvl1pPr>
          </a:lstStyle>
          <a:p>
            <a:r>
              <a:t>You who, unarmed, crossed the lines of war and misunderstanding, give us the courage to build bridges where the world erects borders. In this time plagued by conflict and division, intercede so that we may become peacemakers: unarmed and disarming witnesses of the peace that comes from Christ. Amen</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Lyrics">
            <a:extLst>
              <a:ext uri="{FF2B5EF4-FFF2-40B4-BE49-F238E27FC236}">
                <a16:creationId xmlns:a16="http://schemas.microsoft.com/office/drawing/2014/main" id="{CEF82248-E6A0-7DCA-2366-B58D4E0F4D09}"/>
              </a:ext>
            </a:extLst>
          </p:cNvPr>
          <p:cNvSpPr>
            <a:spLocks noGrp="1"/>
          </p:cNvSpPr>
          <p:nvPr>
            <p:ph type="body" sz="quarter" idx="10"/>
          </p:nvPr>
        </p:nvSpPr>
        <p:spPr>
          <a:xfrm>
            <a:off x="0" y="1143000"/>
            <a:ext cx="12192000" cy="5715000"/>
          </a:xfrm>
          <a:prstGeom prst="rect">
            <a:avLst/>
          </a:prstGeom>
        </p:spPr>
        <p:txBody>
          <a:bodyPr anchor="ctr">
            <a:normAutofit/>
          </a:bodyPr>
          <a:lstStyle>
            <a:lvl1pPr marL="0" indent="0" algn="ctr">
              <a:lnSpc>
                <a:spcPct val="100000"/>
              </a:lnSpc>
              <a:spcBef>
                <a:spcPts val="0"/>
              </a:spcBef>
              <a:buNone/>
              <a:defRPr sz="4800" b="1">
                <a:latin typeface="Times New Roman" panose="02020603050405020304" pitchFamily="18" charset="0"/>
                <a:ea typeface="Verdana" panose="020B0604030504040204" pitchFamily="34" charset="0"/>
                <a:cs typeface="Times New Roman" panose="02020603050405020304" pitchFamily="18" charset="0"/>
              </a:defRPr>
            </a:lvl1pPr>
          </a:lstStyle>
          <a:p>
            <a:r>
              <a:t>As I kneel before you.</a:t>
            </a:r>
          </a:p>
          <a:p>
            <a:r>
              <a:t>As I bow my head in prayer.</a:t>
            </a:r>
          </a:p>
          <a:p>
            <a:r>
              <a:t>Take this day, make it yours</a:t>
            </a:r>
          </a:p>
          <a:p>
            <a:r>
              <a:t>And fill me with your love.</a:t>
            </a:r>
          </a:p>
        </p:txBody>
      </p:sp>
      <p:sp>
        <p:nvSpPr>
          <p:cNvPr id="2" name="Song Title">
            <a:extLst>
              <a:ext uri="{FF2B5EF4-FFF2-40B4-BE49-F238E27FC236}">
                <a16:creationId xmlns:a16="http://schemas.microsoft.com/office/drawing/2014/main" id="{D8236168-AA03-815A-E2FA-4A05B896B841}"/>
              </a:ext>
            </a:extLst>
          </p:cNvPr>
          <p:cNvSpPr>
            <a:spLocks noGrp="1"/>
          </p:cNvSpPr>
          <p:nvPr>
            <p:ph type="title"/>
          </p:nvPr>
        </p:nvSpPr>
        <p:spPr>
          <a:xfrm>
            <a:off x="0" y="0"/>
            <a:ext cx="12192000" cy="914400"/>
          </a:xfrm>
          <a:prstGeom prst="rect">
            <a:avLst/>
          </a:prstGeom>
        </p:spPr>
        <p:txBody>
          <a:bodyPr anchor="b">
            <a:normAutofit/>
          </a:bodyPr>
          <a:lstStyle>
            <a:lvl1pPr algn="ctr">
              <a:defRPr sz="5400" b="1">
                <a:solidFill>
                  <a:schemeClr val="accent1"/>
                </a:solidFill>
                <a:latin typeface="Times New Roman" panose="02020603050405020304" pitchFamily="18" charset="0"/>
                <a:ea typeface="Verdana" panose="020B0604030504040204" pitchFamily="34" charset="0"/>
                <a:cs typeface="Times New Roman" panose="02020603050405020304" pitchFamily="18" charset="0"/>
              </a:defRPr>
            </a:lvl1pPr>
          </a:lstStyle>
          <a:p>
            <a:r>
              <a:t>As I Kneel Before You</a:t>
            </a:r>
          </a:p>
        </p:txBody>
      </p:sp>
      <p:sp>
        <p:nvSpPr>
          <p:cNvPr id="4" name="Footer">
            <a:extLst>
              <a:ext uri="{FF2B5EF4-FFF2-40B4-BE49-F238E27FC236}">
                <a16:creationId xmlns:a16="http://schemas.microsoft.com/office/drawing/2014/main" id="{07546E71-A827-033C-0C39-A29C499CAF95}"/>
              </a:ext>
            </a:extLst>
          </p:cNvPr>
          <p:cNvSpPr>
            <a:spLocks noGrp="1"/>
          </p:cNvSpPr>
          <p:nvPr>
            <p:ph type="body" sz="quarter" idx="11"/>
          </p:nvPr>
        </p:nvSpPr>
        <p:spPr>
          <a:xfrm>
            <a:off x="0" y="864705"/>
            <a:ext cx="12192000" cy="270124"/>
          </a:xfrm>
          <a:prstGeom prst="rect">
            <a:avLst/>
          </a:prstGeom>
        </p:spPr>
        <p:txBody>
          <a:bodyPr anchor="t"/>
          <a:lstStyle>
            <a:lvl1pPr algn="ctr">
              <a:buNone/>
              <a:defRPr sz="1400" i="1">
                <a:solidFill>
                  <a:schemeClr val="accent1"/>
                </a:solidFill>
                <a:latin typeface="Times New Roman" panose="02020603050405020304" pitchFamily="18" charset="0"/>
                <a:cs typeface="Times New Roman" panose="02020603050405020304" pitchFamily="18" charset="0"/>
              </a:defRPr>
            </a:lvl1pPr>
          </a:lstStyle>
          <a:p>
            <a:r>
              <a:t>Maria Parkinson • OneLicense #40628 • © 1978, Kevin Mayhew</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Lyrics">
            <a:extLst>
              <a:ext uri="{FF2B5EF4-FFF2-40B4-BE49-F238E27FC236}">
                <a16:creationId xmlns:a16="http://schemas.microsoft.com/office/drawing/2014/main" id="{CEF82248-E6A0-7DCA-2366-B58D4E0F4D09}"/>
              </a:ext>
            </a:extLst>
          </p:cNvPr>
          <p:cNvSpPr>
            <a:spLocks noGrp="1"/>
          </p:cNvSpPr>
          <p:nvPr>
            <p:ph type="body" sz="quarter" idx="10"/>
          </p:nvPr>
        </p:nvSpPr>
        <p:spPr>
          <a:xfrm>
            <a:off x="0" y="1"/>
            <a:ext cx="12192000" cy="6858000"/>
          </a:xfrm>
          <a:prstGeom prst="rect">
            <a:avLst/>
          </a:prstGeom>
        </p:spPr>
        <p:txBody>
          <a:bodyPr anchor="ctr">
            <a:normAutofit/>
          </a:bodyPr>
          <a:lstStyle>
            <a:lvl1pPr marL="0" indent="0" algn="ctr">
              <a:buNone/>
              <a:defRPr sz="4800" b="1">
                <a:latin typeface="Times New Roman" panose="02020603050405020304" pitchFamily="18" charset="0"/>
                <a:cs typeface="Times New Roman" panose="02020603050405020304" pitchFamily="18" charset="0"/>
              </a:defRPr>
            </a:lvl1pPr>
          </a:lstStyle>
          <a:p>
            <a:r>
              <a:t>Ave Maria, </a:t>
            </a:r>
          </a:p>
          <a:p>
            <a:r>
              <a:t>Gratia plena </a:t>
            </a:r>
          </a:p>
          <a:p>
            <a:r>
              <a:t>Dominus tecum,</a:t>
            </a:r>
          </a:p>
          <a:p>
            <a:r>
              <a:t>Benedicta tu</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Lyrics">
            <a:extLst>
              <a:ext uri="{FF2B5EF4-FFF2-40B4-BE49-F238E27FC236}">
                <a16:creationId xmlns:a16="http://schemas.microsoft.com/office/drawing/2014/main" id="{CEF82248-E6A0-7DCA-2366-B58D4E0F4D09}"/>
              </a:ext>
            </a:extLst>
          </p:cNvPr>
          <p:cNvSpPr>
            <a:spLocks noGrp="1"/>
          </p:cNvSpPr>
          <p:nvPr>
            <p:ph type="body" sz="quarter" idx="10"/>
          </p:nvPr>
        </p:nvSpPr>
        <p:spPr>
          <a:xfrm>
            <a:off x="0" y="1"/>
            <a:ext cx="12192000" cy="6858000"/>
          </a:xfrm>
          <a:prstGeom prst="rect">
            <a:avLst/>
          </a:prstGeom>
        </p:spPr>
        <p:txBody>
          <a:bodyPr anchor="ctr">
            <a:normAutofit/>
          </a:bodyPr>
          <a:lstStyle>
            <a:lvl1pPr marL="0" indent="0" algn="ctr">
              <a:buNone/>
              <a:defRPr sz="4800" b="1">
                <a:latin typeface="Times New Roman" panose="02020603050405020304" pitchFamily="18" charset="0"/>
                <a:cs typeface="Times New Roman" panose="02020603050405020304" pitchFamily="18" charset="0"/>
              </a:defRPr>
            </a:lvl1pPr>
          </a:lstStyle>
          <a:p>
            <a:r>
              <a:t>All I have I give you.</a:t>
            </a:r>
          </a:p>
          <a:p>
            <a:r>
              <a:t>Every dream and wish are yours.</a:t>
            </a:r>
          </a:p>
          <a:p>
            <a:r>
              <a:t>Mother of Christ mother of mine.</a:t>
            </a:r>
          </a:p>
          <a:p>
            <a:r>
              <a:t>Present them to my Lord.</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Lyrics">
            <a:extLst>
              <a:ext uri="{FF2B5EF4-FFF2-40B4-BE49-F238E27FC236}">
                <a16:creationId xmlns:a16="http://schemas.microsoft.com/office/drawing/2014/main" id="{CEF82248-E6A0-7DCA-2366-B58D4E0F4D09}"/>
              </a:ext>
            </a:extLst>
          </p:cNvPr>
          <p:cNvSpPr>
            <a:spLocks noGrp="1"/>
          </p:cNvSpPr>
          <p:nvPr>
            <p:ph type="body" sz="quarter" idx="10"/>
          </p:nvPr>
        </p:nvSpPr>
        <p:spPr>
          <a:xfrm>
            <a:off x="0" y="1"/>
            <a:ext cx="12192000" cy="6858000"/>
          </a:xfrm>
          <a:prstGeom prst="rect">
            <a:avLst/>
          </a:prstGeom>
        </p:spPr>
        <p:txBody>
          <a:bodyPr anchor="ctr">
            <a:normAutofit/>
          </a:bodyPr>
          <a:lstStyle>
            <a:lvl1pPr marL="0" indent="0" algn="ctr">
              <a:buNone/>
              <a:defRPr sz="4800" b="1">
                <a:latin typeface="Times New Roman" panose="02020603050405020304" pitchFamily="18" charset="0"/>
                <a:cs typeface="Times New Roman" panose="02020603050405020304" pitchFamily="18" charset="0"/>
              </a:defRPr>
            </a:lvl1pPr>
          </a:lstStyle>
          <a:p>
            <a:r>
              <a:t>Ave Maria, </a:t>
            </a:r>
          </a:p>
          <a:p>
            <a:r>
              <a:t>Gratia plena </a:t>
            </a:r>
          </a:p>
          <a:p>
            <a:r>
              <a:t>Dominus tecum,</a:t>
            </a:r>
          </a:p>
          <a:p>
            <a:r>
              <a:t>Benedicta tu</a:t>
            </a:r>
          </a:p>
        </p:txBody>
      </p:sp>
    </p:spTree>
  </p:cSld>
  <p:clrMapOvr>
    <a:masterClrMapping/>
  </p:clrMapOvr>
</p:sld>
</file>

<file path=ppt/theme/theme1.xml><?xml version="1.0" encoding="utf-8"?>
<a:theme xmlns:a="http://schemas.openxmlformats.org/drawingml/2006/main" name="Mass Templat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Mass Template" id="{6AD46FE0-2607-BD44-BB07-9A32C4CFE789}" vid="{8C71738A-A40C-524E-9177-5A5D0CB58D2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Mass Template</Template>
  <TotalTime>2751</TotalTime>
  <Words>2164</Words>
  <Application>Microsoft Macintosh PowerPoint</Application>
  <PresentationFormat>Widescreen</PresentationFormat>
  <Paragraphs>320</Paragraphs>
  <Slides>76</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76</vt:i4>
      </vt:variant>
    </vt:vector>
  </HeadingPairs>
  <TitlesOfParts>
    <vt:vector size="81" baseType="lpstr">
      <vt:lpstr>Aptos</vt:lpstr>
      <vt:lpstr>Arial</vt:lpstr>
      <vt:lpstr>Times New Roman</vt:lpstr>
      <vt:lpstr>Wingdings</vt:lpstr>
      <vt:lpstr>Mass Template</vt:lpstr>
      <vt:lpstr>PowerPoint Presentation</vt:lpstr>
      <vt:lpstr>Twenty-third Sunday in Ordinary Time</vt:lpstr>
      <vt:lpstr>PowerPoint Presentation</vt:lpstr>
      <vt:lpstr>I Sing The Mighty Power Of God </vt:lpstr>
      <vt:lpstr>PowerPoint Presentation</vt:lpstr>
      <vt:lpstr>PowerPoint Presentation</vt:lpstr>
      <vt:lpstr>PowerPoint Presentation</vt:lpstr>
      <vt:lpstr>PowerPoint Presentation</vt:lpstr>
      <vt:lpstr>PowerPoint Presentation</vt:lpstr>
      <vt:lpstr>PowerPoint Presentation</vt:lpstr>
      <vt:lpstr>Penitential Act</vt:lpstr>
      <vt:lpstr>PowerPoint Presentation</vt:lpstr>
      <vt:lpstr>PowerPoint Presentation</vt:lpstr>
      <vt:lpstr>PowerPoint Presentation</vt:lpstr>
      <vt:lpstr>Lord Have Mercy</vt:lpstr>
      <vt:lpstr>PowerPoint Presentation</vt:lpstr>
      <vt:lpstr>Glory To God</vt:lpstr>
      <vt:lpstr>PowerPoint Presentation</vt:lpstr>
      <vt:lpstr>PowerPoint Presentation</vt:lpstr>
      <vt:lpstr>PowerPoint Presentation</vt:lpstr>
      <vt:lpstr>PowerPoint Presentation</vt:lpstr>
      <vt:lpstr>PowerPoint Presentation</vt:lpstr>
      <vt:lpstr>PowerPoint Presentation</vt:lpstr>
      <vt:lpstr>Responsorial Psalm</vt:lpstr>
      <vt:lpstr>PowerPoint Presentation</vt:lpstr>
      <vt:lpstr>Test</vt:lpstr>
      <vt:lpstr>Nicene Creed</vt:lpstr>
      <vt:lpstr>PowerPoint Presentation</vt:lpstr>
      <vt:lpstr>PowerPoint Presentation</vt:lpstr>
      <vt:lpstr>PowerPoint Presentation</vt:lpstr>
      <vt:lpstr>PowerPoint Presentation</vt:lpstr>
      <vt:lpstr>PowerPoint Presentation</vt:lpstr>
      <vt:lpstr>Prayers of the Faithful</vt:lpstr>
      <vt:lpstr>PowerPoint Presentation</vt:lpstr>
      <vt:lpstr>PowerPoint Presentation</vt:lpstr>
      <vt:lpstr>Novena Prayer</vt:lpstr>
      <vt:lpstr>PowerPoint Presentation</vt:lpstr>
      <vt:lpstr>PowerPoint Presentation</vt:lpstr>
      <vt:lpstr>PowerPoint Presentation</vt:lpstr>
      <vt:lpstr>PowerPoint Presentation</vt:lpstr>
      <vt:lpstr>PowerPoint Presentation</vt:lpstr>
      <vt:lpstr>Lord We Gather Today</vt:lpstr>
      <vt:lpstr>PowerPoint Presentation</vt:lpstr>
      <vt:lpstr>PowerPoint Presentation</vt:lpstr>
      <vt:lpstr>PowerPoint Presentation</vt:lpstr>
      <vt:lpstr>PowerPoint Presentation</vt:lpstr>
      <vt:lpstr>Holy Holy</vt:lpstr>
      <vt:lpstr>PowerPoint Presentation</vt:lpstr>
      <vt:lpstr>PowerPoint Presentation</vt:lpstr>
      <vt:lpstr>Memorial Acclamation</vt:lpstr>
      <vt:lpstr>PowerPoint Presentation</vt:lpstr>
      <vt:lpstr>Great Amen</vt:lpstr>
      <vt:lpstr>PowerPoint Presentation</vt:lpstr>
      <vt:lpstr>Our Father</vt:lpstr>
      <vt:lpstr>PowerPoint Presentation</vt:lpstr>
      <vt:lpstr>PowerPoint Presentation</vt:lpstr>
      <vt:lpstr>PowerPoint Presentation</vt:lpstr>
      <vt:lpstr>Lamb of God</vt:lpstr>
      <vt:lpstr>PowerPoint Presentation</vt:lpstr>
      <vt:lpstr>PowerPoint Presentation</vt:lpstr>
      <vt:lpstr>PowerPoint Presentation</vt:lpstr>
      <vt:lpstr>PowerPoint Presentation</vt:lpstr>
      <vt:lpstr>Magniﬁcat</vt:lpstr>
      <vt:lpstr>I Am Ever With You </vt:lpstr>
      <vt:lpstr>PowerPoint Presentation</vt:lpstr>
      <vt:lpstr>PowerPoint Presentation</vt:lpstr>
      <vt:lpstr>PowerPoint Presentation</vt:lpstr>
      <vt:lpstr>PowerPoint Presentation</vt:lpstr>
      <vt:lpstr>PowerPoint Presentation</vt:lpstr>
      <vt:lpstr>Prayer to Saint Francis of Assisi</vt:lpstr>
      <vt:lpstr>PowerPoint Presentation</vt:lpstr>
      <vt:lpstr>PowerPoint Presentation</vt:lpstr>
      <vt:lpstr>As I Kneel Before You</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Take and Receive Manoling Francisco</dc:title>
  <dc:creator>Butch Dela Cruz</dc:creator>
  <cp:lastModifiedBy>Butch Dela Cruz</cp:lastModifiedBy>
  <cp:revision>99</cp:revision>
  <dcterms:created xsi:type="dcterms:W3CDTF">2025-04-25T02:27:20Z</dcterms:created>
  <dcterms:modified xsi:type="dcterms:W3CDTF">2026-09-03T06:51:01Z</dcterms:modified>
</cp:coreProperties>
</file>