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3"/>
    <p:restoredTop sz="94932"/>
  </p:normalViewPr>
  <p:slideViewPr>
    <p:cSldViewPr snapToGrid="0">
      <p:cViewPr varScale="1">
        <p:scale>
          <a:sx n="120" d="100"/>
          <a:sy n="120" d="100"/>
        </p:scale>
        <p:origin x="1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30/08/2026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/>
          <a:lstStyle>
            <a:lvl1pPr marL="0" indent="0" algn="ctr">
              <a:buNone/>
              <a:defRPr sz="2400" b="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>
          <a:xfrm>
            <a:off x="0" y="6390042"/>
            <a:ext cx="12192000" cy="46795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/>
          </p:nvPr>
        </p:nvSpPr>
        <p:spPr>
          <a:xfrm>
            <a:off x="0" y="1325564"/>
            <a:ext cx="12192000" cy="50644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2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2730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Times New Roman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81</cp:revision>
  <dcterms:created xsi:type="dcterms:W3CDTF">2025-04-25T02:27:20Z</dcterms:created>
  <dcterms:modified xsi:type="dcterms:W3CDTF">2026-08-30T04:04:31Z</dcterms:modified>
</cp:coreProperties>
</file>