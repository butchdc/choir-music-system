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213"/>
    <p:restoredTop sz="94932"/>
  </p:normalViewPr>
  <p:slideViewPr>
    <p:cSldViewPr snapToGrid="0">
      <p:cViewPr varScale="1">
        <p:scale>
          <a:sx n="128" d="100"/>
          <a:sy n="128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44C2B-389E-664A-A050-6032A2525C12}" type="datetimeFigureOut">
              <a:rPr lang="en-AE" smtClean="0"/>
              <a:t>30/08/2026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3EA6A-C5A1-2D47-86CB-BB855C3A873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8068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3AED3460-1975-85E3-3AA8-257FE0941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011683"/>
            <a:ext cx="12191999" cy="1655762"/>
          </a:xfrm>
          <a:prstGeom prst="rect">
            <a:avLst/>
          </a:prstGeom>
          <a:solidFill>
            <a:schemeClr val="bg1">
              <a:alpha val="84857"/>
            </a:schemeClr>
          </a:solidFill>
        </p:spPr>
        <p:txBody>
          <a:bodyPr anchor="ctr"/>
          <a:lstStyle>
            <a:lvl1pPr marL="0" indent="0" algn="ctr">
              <a:buNone/>
              <a:defRPr sz="1800" b="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C4AD2FC-DFED-DCC9-CC6E-481788713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28549"/>
            <a:ext cx="12192000" cy="23876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anchor="ctr"/>
          <a:lstStyle>
            <a:lvl1pPr algn="ctr">
              <a:defRPr sz="6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1834E721-FFC6-71BA-0416-FB18DF0788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9450"/>
            <a:ext cx="12192000" cy="419100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5297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g - Title + Lyr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07546E71-A827-033C-0C39-A29C499CAF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0" y="6390042"/>
            <a:ext cx="12192000" cy="46795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AE" dirty="0"/>
          </a:p>
        </p:txBody>
      </p:sp>
      <p:sp>
        <p:nvSpPr>
          <p:cNvPr id="11" name="Lyrics">
            <a:extLst>
              <a:ext uri="{FF2B5EF4-FFF2-40B4-BE49-F238E27FC236}">
                <a16:creationId xmlns:a16="http://schemas.microsoft.com/office/drawing/2014/main" id="{CEF82248-E6A0-7DCA-2366-B58D4E0F4D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0" y="1325564"/>
            <a:ext cx="12192000" cy="506447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ong Title">
            <a:extLst>
              <a:ext uri="{FF2B5EF4-FFF2-40B4-BE49-F238E27FC236}">
                <a16:creationId xmlns:a16="http://schemas.microsoft.com/office/drawing/2014/main" id="{D8236168-AA03-815A-E2FA-4A05B896B8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0" b="1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3848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ng - 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yrics">
            <a:extLst>
              <a:ext uri="{FF2B5EF4-FFF2-40B4-BE49-F238E27FC236}">
                <a16:creationId xmlns:a16="http://schemas.microsoft.com/office/drawing/2014/main" id="{CEF82248-E6A0-7DCA-2366-B58D4E0F4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235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4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5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7AD0-3815-C87F-5EE9-D8C92022F1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A79AC-301E-7132-B5D1-4D2D205002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endParaRPr lang="en-AE" sz="1800" dirty="0"/>
          </a:p>
        </p:txBody>
      </p:sp>
    </p:spTree>
    <p:extLst>
      <p:ext uri="{BB962C8B-B14F-4D97-AF65-F5344CB8AC3E}">
        <p14:creationId xmlns:p14="http://schemas.microsoft.com/office/powerpoint/2010/main" val="10264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s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s Template" id="{6AD46FE0-2607-BD44-BB07-9A32C4CFE789}" vid="{8C71738A-A40C-524E-9177-5A5D0CB58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Mass Template</Template>
  <TotalTime>2734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Times New Roman</vt:lpstr>
      <vt:lpstr>Mass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and Receive Manoling Francisco</dc:title>
  <dc:creator>Butch Dela Cruz</dc:creator>
  <cp:lastModifiedBy>Butch Dela Cruz</cp:lastModifiedBy>
  <cp:revision>88</cp:revision>
  <dcterms:created xsi:type="dcterms:W3CDTF">2025-04-25T02:27:20Z</dcterms:created>
  <dcterms:modified xsi:type="dcterms:W3CDTF">2026-08-30T08:42:39Z</dcterms:modified>
</cp:coreProperties>
</file>