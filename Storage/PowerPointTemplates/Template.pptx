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A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36"/>
    <p:restoredTop sz="94932"/>
  </p:normalViewPr>
  <p:slideViewPr>
    <p:cSldViewPr snapToGrid="0">
      <p:cViewPr varScale="1">
        <p:scale>
          <a:sx n="120" d="100"/>
          <a:sy n="120" d="100"/>
        </p:scale>
        <p:origin x="7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F44C2B-389E-664A-A050-6032A2525C12}" type="datetimeFigureOut">
              <a:rPr lang="en-AE" smtClean="0"/>
              <a:t>30/08/2026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3EA6A-C5A1-2D47-86CB-BB855C3A873A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980682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3AED3460-1975-85E3-3AA8-257FE0941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011683"/>
            <a:ext cx="12191999" cy="1655762"/>
          </a:xfrm>
          <a:prstGeom prst="rect">
            <a:avLst/>
          </a:prstGeom>
          <a:solidFill>
            <a:schemeClr val="bg1">
              <a:alpha val="84857"/>
            </a:schemeClr>
          </a:solidFill>
        </p:spPr>
        <p:txBody>
          <a:bodyPr anchor="ctr"/>
          <a:lstStyle>
            <a:lvl1pPr marL="0" indent="0" algn="ctr">
              <a:buNone/>
              <a:defRPr sz="1800" b="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E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C4AD2FC-DFED-DCC9-CC6E-481788713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528549"/>
            <a:ext cx="12192000" cy="2387600"/>
          </a:xfrm>
          <a:prstGeom prst="rect">
            <a:avLst/>
          </a:prstGeom>
          <a:solidFill>
            <a:schemeClr val="bg1">
              <a:alpha val="85000"/>
            </a:schemeClr>
          </a:solidFill>
        </p:spPr>
        <p:txBody>
          <a:bodyPr anchor="ctr"/>
          <a:lstStyle>
            <a:lvl1pPr algn="ctr">
              <a:defRPr sz="6000" b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1834E721-FFC6-71BA-0416-FB18DF0788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3219450"/>
            <a:ext cx="12192000" cy="419100"/>
          </a:xfrm>
          <a:prstGeom prst="rect">
            <a:avLst/>
          </a:prstGeom>
        </p:spPr>
        <p:txBody>
          <a:bodyPr/>
          <a:lstStyle>
            <a:lvl1pPr algn="ctr">
              <a:buNone/>
              <a:defRPr sz="18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75297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ng - Title + Lyr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">
            <a:extLst>
              <a:ext uri="{FF2B5EF4-FFF2-40B4-BE49-F238E27FC236}">
                <a16:creationId xmlns:a16="http://schemas.microsoft.com/office/drawing/2014/main" id="{07546E71-A827-033C-0C39-A29C499CAF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1"/>
          </p:nvPr>
        </p:nvSpPr>
        <p:spPr>
          <a:xfrm>
            <a:off x="0" y="6390042"/>
            <a:ext cx="12192000" cy="467957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/>
          </p:nvPr>
        </p:nvSpPr>
        <p:spPr>
          <a:xfrm>
            <a:off x="0" y="1325564"/>
            <a:ext cx="12192000" cy="5064478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2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Song 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0" y="0"/>
            <a:ext cx="12192000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638481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ng - 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5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9235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- Title +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325564"/>
            <a:ext cx="12192000" cy="553243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2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53172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5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85976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474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258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8" r:id="rId4"/>
    <p:sldLayoutId id="2147483659" r:id="rId5"/>
    <p:sldLayoutId id="2147483657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17AD0-3815-C87F-5EE9-D8C92022F1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AA79AC-301E-7132-B5D1-4D2D205002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endParaRPr lang="en-AE" sz="1800" dirty="0"/>
          </a:p>
        </p:txBody>
      </p:sp>
    </p:spTree>
    <p:extLst>
      <p:ext uri="{BB962C8B-B14F-4D97-AF65-F5344CB8AC3E}">
        <p14:creationId xmlns:p14="http://schemas.microsoft.com/office/powerpoint/2010/main" val="102645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ss 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s Template" id="{6AD46FE0-2607-BD44-BB07-9A32C4CFE789}" vid="{8C71738A-A40C-524E-9177-5A5D0CB58D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Mass Template</Template>
  <TotalTime>2739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Times New Roman</vt:lpstr>
      <vt:lpstr>Mass 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and Receive Manoling Francisco</dc:title>
  <dc:creator>Butch Dela Cruz</dc:creator>
  <cp:lastModifiedBy>Butch Dela Cruz</cp:lastModifiedBy>
  <cp:revision>91</cp:revision>
  <dcterms:created xsi:type="dcterms:W3CDTF">2025-04-25T02:27:20Z</dcterms:created>
  <dcterms:modified xsi:type="dcterms:W3CDTF">2026-08-30T11:08:50Z</dcterms:modified>
</cp:coreProperties>
</file>