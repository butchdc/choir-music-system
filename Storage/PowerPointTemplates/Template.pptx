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95"/>
    <p:restoredTop sz="94932"/>
  </p:normalViewPr>
  <p:slideViewPr>
    <p:cSldViewPr snapToGrid="0">
      <p:cViewPr varScale="1">
        <p:scale>
          <a:sx n="120" d="100"/>
          <a:sy n="120" d="100"/>
        </p:scale>
        <p:origin x="7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01/09/2026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 anchor="ctr"/>
          <a:lstStyle>
            <a:lvl1pPr marL="0" indent="0" algn="ctr">
              <a:buNone/>
              <a:defRPr sz="1800" b="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1834E721-FFC6-71BA-0416-FB18DF0788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3219450"/>
            <a:ext cx="12192000" cy="4191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6488482"/>
            <a:ext cx="12192000" cy="36951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914400"/>
            <a:ext cx="12192000" cy="557408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1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- Titl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914400"/>
            <a:ext cx="12192000" cy="59436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5317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8597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C Safe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1C7C45-6B92-2F0D-8CF1-7ED2C20F3D53}"/>
              </a:ext>
            </a:extLst>
          </p:cNvPr>
          <p:cNvSpPr txBox="1"/>
          <p:nvPr userDrawn="1"/>
        </p:nvSpPr>
        <p:spPr>
          <a:xfrm>
            <a:off x="96751" y="317667"/>
            <a:ext cx="11809312" cy="6222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 u="sng" dirty="0">
                <a:latin typeface="Arial" panose="020B0604020202020204" pitchFamily="34" charset="0"/>
                <a:cs typeface="Arial" panose="020B0604020202020204" pitchFamily="34" charset="0"/>
              </a:rPr>
              <a:t>Important health and safety notices:</a:t>
            </a:r>
          </a:p>
          <a:p>
            <a:pPr>
              <a:defRPr/>
            </a:pPr>
            <a:endParaRPr lang="en-US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sz="15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Fire exit:</a:t>
            </a:r>
            <a:r>
              <a:rPr lang="en-US" sz="1500" b="1" i="1" dirty="0">
                <a:latin typeface="Arial" panose="020B0604020202020204" pitchFamily="34" charset="0"/>
                <a:cs typeface="Arial" panose="020B0604020202020204" pitchFamily="34" charset="0"/>
              </a:rPr>
              <a:t>  	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Through the foyer and on either side of the main body of </a:t>
            </a:r>
          </a:p>
          <a:p>
            <a:pPr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	  the church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sz="15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Toilets:</a:t>
            </a:r>
            <a:r>
              <a:rPr lang="en-US" sz="1500" b="1" i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For public on the right in the foyer.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Small children must be accompanied by an adult.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Sacristy toilet is for Clergy only.</a:t>
            </a:r>
          </a:p>
          <a:p>
            <a:pPr>
              <a:defRPr/>
            </a:pP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r>
              <a:rPr lang="en-NZ" sz="1600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endParaRPr lang="en-NZ" sz="1600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endParaRPr lang="en-NZ" sz="1600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endParaRPr lang="en-NZ" sz="2400" b="1" i="1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Please </a:t>
            </a:r>
            <a:r>
              <a:rPr lang="en-NZ" sz="2400" b="1" i="1" kern="100" dirty="0">
                <a:solidFill>
                  <a:srgbClr val="FF0000"/>
                </a:solidFill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DO NOT </a:t>
            </a: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let your child /ren play on the stairs.</a:t>
            </a:r>
          </a:p>
          <a:p>
            <a:pPr lvl="1">
              <a:defRPr/>
            </a:pPr>
            <a:r>
              <a:rPr lang="en-US" altLang="en-US" sz="2400" b="1" i="1" kern="100" dirty="0">
                <a:latin typeface="Arial" panose="020B0604020202020204" pitchFamily="34" charset="0"/>
                <a:cs typeface="Arial" panose="020B0604020202020204" pitchFamily="34" charset="0"/>
              </a:rPr>
              <a:t>Please </a:t>
            </a:r>
            <a:r>
              <a:rPr lang="en-US" altLang="en-US" sz="2400" b="1" i="1" kern="1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TURN OFF  </a:t>
            </a:r>
            <a:r>
              <a:rPr lang="en-US" altLang="en-US" sz="2400" b="1" i="1" kern="100" dirty="0">
                <a:latin typeface="Arial" panose="020B0604020202020204" pitchFamily="34" charset="0"/>
                <a:cs typeface="Arial" panose="020B0604020202020204" pitchFamily="34" charset="0"/>
              </a:rPr>
              <a:t>your cellphone.</a:t>
            </a:r>
            <a:endParaRPr lang="en-NZ" sz="2400" b="1" i="1" kern="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Thank you. God bless.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F911929-7C41-FF0C-F561-9D2231F0AE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91344" y="3148642"/>
          <a:ext cx="11809312" cy="178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3001">
                  <a:extLst>
                    <a:ext uri="{9D8B030D-6E8A-4147-A177-3AD203B41FA5}">
                      <a16:colId xmlns:a16="http://schemas.microsoft.com/office/drawing/2014/main" val="1042179603"/>
                    </a:ext>
                  </a:extLst>
                </a:gridCol>
                <a:gridCol w="4716311">
                  <a:extLst>
                    <a:ext uri="{9D8B030D-6E8A-4147-A177-3AD203B41FA5}">
                      <a16:colId xmlns:a16="http://schemas.microsoft.com/office/drawing/2014/main" val="472394721"/>
                    </a:ext>
                  </a:extLst>
                </a:gridCol>
              </a:tblGrid>
              <a:tr h="1785668">
                <a:tc>
                  <a:txBody>
                    <a:bodyPr/>
                    <a:lstStyle/>
                    <a:p>
                      <a:pPr marL="216000" indent="-241200">
                        <a:defRPr/>
                      </a:pPr>
                      <a:r>
                        <a:rPr lang="en-US" sz="1500" b="1" i="1" u="sng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Access to areas: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US" sz="1600" b="1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door to the sacristy is for Priests and Sacristans only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US" sz="1600" b="1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 door to the sacristy is for Altar Servers and Music groups.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NZ" sz="1600" b="1" kern="1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Back room in the sacristy for flower arranging.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NZ" sz="1600" b="1" kern="1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 Vestry is reserved for the Priests to robe for Mass</a:t>
                      </a:r>
                      <a:endParaRPr lang="en-NZ" sz="1500" b="1" kern="100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21920" marR="121920" marT="60960" marB="6096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NZ" sz="1500" b="1" i="1" u="sng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Health and Wellness: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Please stay home if you are feeling unwell.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Masks are optional while attending Mass.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Communion is only given on the hand.</a:t>
                      </a:r>
                    </a:p>
                    <a:p>
                      <a:endParaRPr lang="en-AE" sz="1500" dirty="0">
                        <a:effectLst/>
                      </a:endParaRPr>
                    </a:p>
                  </a:txBody>
                  <a:tcPr marL="121920" marR="121920" marT="60960" marB="6096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046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4250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59" r:id="rId5"/>
    <p:sldLayoutId id="2147483657" r:id="rId6"/>
    <p:sldLayoutId id="2147483660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endParaRPr lang="en-AE" sz="1800" dirty="0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2745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Times New Roman</vt:lpstr>
      <vt:lpstr>Wingdings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93</cp:revision>
  <dcterms:created xsi:type="dcterms:W3CDTF">2025-04-25T02:27:20Z</dcterms:created>
  <dcterms:modified xsi:type="dcterms:W3CDTF">2026-09-01T10:35:25Z</dcterms:modified>
</cp:coreProperties>
</file>