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53" r:id="rId1"/>
  </p:sldMasterIdLst>
  <p:notesMasterIdLst>
    <p:notesMasterId r:id="rId3"/>
  </p:notesMasterIdLst>
  <p:sldIdLst>
    <p:sldId id="256" r:id="rId2"/>
  </p:sldIdLst>
  <p:sldSz cx="12192000" cy="6858000"/>
  <p:notesSz cx="6858000" cy="9144000"/>
  <p:defaultTextStyle>
    <a:defPPr>
      <a:defRPr lang="en-A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9785"/>
    <p:restoredTop sz="94932"/>
  </p:normalViewPr>
  <p:slideViewPr>
    <p:cSldViewPr snapToGrid="0">
      <p:cViewPr varScale="1">
        <p:scale>
          <a:sx n="105" d="100"/>
          <a:sy n="105" d="100"/>
        </p:scale>
        <p:origin x="200" y="52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notesMaster" Target="notesMasters/notesMaster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AE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0F44C2B-389E-664A-A050-6032A2525C12}" type="datetimeFigureOut">
              <a:rPr lang="en-AE" smtClean="0"/>
              <a:t>31/08/2026</a:t>
            </a:fld>
            <a:endParaRPr lang="en-AE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AE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A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373EA6A-C5A1-2D47-86CB-BB855C3A873A}" type="slidenum">
              <a:rPr lang="en-AE" smtClean="0"/>
              <a:t>‹#›</a:t>
            </a:fld>
            <a:endParaRPr lang="en-AE"/>
          </a:p>
        </p:txBody>
      </p:sp>
    </p:spTree>
    <p:extLst>
      <p:ext uri="{BB962C8B-B14F-4D97-AF65-F5344CB8AC3E}">
        <p14:creationId xmlns:p14="http://schemas.microsoft.com/office/powerpoint/2010/main" val="398068260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">
            <a:extLst>
              <a:ext uri="{FF2B5EF4-FFF2-40B4-BE49-F238E27FC236}">
                <a16:creationId xmlns:a16="http://schemas.microsoft.com/office/drawing/2014/main" id="{3AED3460-1975-85E3-3AA8-257FE09416B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" y="4011683"/>
            <a:ext cx="12191999" cy="1655762"/>
          </a:xfrm>
          <a:prstGeom prst="rect">
            <a:avLst/>
          </a:prstGeom>
          <a:solidFill>
            <a:schemeClr val="bg1">
              <a:alpha val="84857"/>
            </a:schemeClr>
          </a:solidFill>
        </p:spPr>
        <p:txBody>
          <a:bodyPr anchor="ctr"/>
          <a:lstStyle>
            <a:lvl1pPr marL="0" indent="0" algn="ctr">
              <a:buNone/>
              <a:defRPr sz="1800" b="0" i="1">
                <a:solidFill>
                  <a:schemeClr val="accent1"/>
                </a:solidFill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  <a:endParaRPr lang="en-AE" dirty="0"/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DC4AD2FC-DFED-DCC9-CC6E-4817887135A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0" y="1528549"/>
            <a:ext cx="12192000" cy="2387600"/>
          </a:xfrm>
          <a:prstGeom prst="rect">
            <a:avLst/>
          </a:prstGeom>
          <a:solidFill>
            <a:schemeClr val="bg1">
              <a:alpha val="85000"/>
            </a:schemeClr>
          </a:solidFill>
        </p:spPr>
        <p:txBody>
          <a:bodyPr anchor="ctr"/>
          <a:lstStyle>
            <a:lvl1pPr algn="ctr">
              <a:defRPr sz="5400" b="1">
                <a:solidFill>
                  <a:schemeClr val="accent1"/>
                </a:solidFill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</a:lstStyle>
          <a:p>
            <a:r>
              <a:rPr lang="en-US" dirty="0"/>
              <a:t>Click to edit Master title style</a:t>
            </a:r>
            <a:endParaRPr lang="en-AE" dirty="0"/>
          </a:p>
        </p:txBody>
      </p:sp>
      <p:sp>
        <p:nvSpPr>
          <p:cNvPr id="6" name="Date">
            <a:extLst>
              <a:ext uri="{FF2B5EF4-FFF2-40B4-BE49-F238E27FC236}">
                <a16:creationId xmlns:a16="http://schemas.microsoft.com/office/drawing/2014/main" id="{1834E721-FFC6-71BA-0416-FB18DF07882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0" y="3219450"/>
            <a:ext cx="12192000" cy="419100"/>
          </a:xfrm>
          <a:prstGeom prst="rect">
            <a:avLst/>
          </a:prstGeom>
        </p:spPr>
        <p:txBody>
          <a:bodyPr anchor="ctr"/>
          <a:lstStyle>
            <a:lvl1pPr algn="ctr">
              <a:buNone/>
              <a:defRPr sz="1600">
                <a:solidFill>
                  <a:schemeClr val="accent1"/>
                </a:solidFill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</a:lstStyle>
          <a:p>
            <a:pPr lvl="0"/>
            <a:endParaRPr lang="en-AE" dirty="0"/>
          </a:p>
        </p:txBody>
      </p:sp>
    </p:spTree>
    <p:extLst>
      <p:ext uri="{BB962C8B-B14F-4D97-AF65-F5344CB8AC3E}">
        <p14:creationId xmlns:p14="http://schemas.microsoft.com/office/powerpoint/2010/main" val="275297204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ong - Title + Lyrics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">
            <a:extLst>
              <a:ext uri="{FF2B5EF4-FFF2-40B4-BE49-F238E27FC236}">
                <a16:creationId xmlns:a16="http://schemas.microsoft.com/office/drawing/2014/main" id="{07546E71-A827-033C-0C39-A29C499CAF95}"/>
              </a:ext>
            </a:extLst>
          </p:cNvPr>
          <p:cNvSpPr>
            <a:spLocks/>
          </p:cNvSpPr>
          <p:nvPr>
            <p:ph type="body" sz="quarter" idx="11"/>
          </p:nvPr>
        </p:nvSpPr>
        <p:spPr>
          <a:xfrm>
            <a:off x="0" y="6488482"/>
            <a:ext cx="12192000" cy="369517"/>
          </a:xfrm>
          <a:prstGeom prst="rect">
            <a:avLst/>
          </a:prstGeom>
        </p:spPr>
        <p:txBody>
          <a:bodyPr anchor="ctr"/>
          <a:lstStyle>
            <a:lvl1pPr algn="ctr">
              <a:buNone/>
              <a:defRPr sz="1200" i="1">
                <a:solidFill>
                  <a:schemeClr val="accent1"/>
                </a:solidFill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</a:lstStyle>
          <a:p>
            <a:pPr lvl="0"/>
            <a:endParaRPr lang="en-AE" dirty="0"/>
          </a:p>
        </p:txBody>
      </p:sp>
      <p:sp>
        <p:nvSpPr>
          <p:cNvPr id="11" name="Lyrics">
            <a:extLst>
              <a:ext uri="{FF2B5EF4-FFF2-40B4-BE49-F238E27FC236}">
                <a16:creationId xmlns:a16="http://schemas.microsoft.com/office/drawing/2014/main" id="{CEF82248-E6A0-7DCA-2366-B58D4E0F4D09}"/>
              </a:ext>
            </a:extLst>
          </p:cNvPr>
          <p:cNvSpPr>
            <a:spLocks/>
          </p:cNvSpPr>
          <p:nvPr>
            <p:ph type="body" sz="quarter" idx="10"/>
          </p:nvPr>
        </p:nvSpPr>
        <p:spPr>
          <a:xfrm>
            <a:off x="0" y="914400"/>
            <a:ext cx="12192000" cy="5574082"/>
          </a:xfrm>
          <a:prstGeom prst="rect">
            <a:avLst/>
          </a:prstGeom>
        </p:spPr>
        <p:txBody>
          <a:bodyPr anchor="ctr">
            <a:norm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4800" b="1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defRPr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2" name="Song Title">
            <a:extLst>
              <a:ext uri="{FF2B5EF4-FFF2-40B4-BE49-F238E27FC236}">
                <a16:creationId xmlns:a16="http://schemas.microsoft.com/office/drawing/2014/main" id="{D8236168-AA03-815A-E2FA-4A05B896B841}"/>
              </a:ext>
            </a:extLst>
          </p:cNvPr>
          <p:cNvSpPr>
            <a:spLocks/>
          </p:cNvSpPr>
          <p:nvPr>
            <p:ph type="title"/>
          </p:nvPr>
        </p:nvSpPr>
        <p:spPr>
          <a:xfrm>
            <a:off x="0" y="0"/>
            <a:ext cx="12192000" cy="914400"/>
          </a:xfrm>
          <a:prstGeom prst="rect">
            <a:avLst/>
          </a:prstGeom>
        </p:spPr>
        <p:txBody>
          <a:bodyPr anchor="ctr">
            <a:normAutofit/>
          </a:bodyPr>
          <a:lstStyle>
            <a:lvl1pPr algn="ctr">
              <a:defRPr sz="5400" b="1">
                <a:solidFill>
                  <a:schemeClr val="accent1"/>
                </a:solidFill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defRPr>
            </a:lvl1pPr>
          </a:lstStyle>
          <a:p>
            <a:r>
              <a:rPr lang="en-US" dirty="0"/>
              <a:t>Click to edit Master title style</a:t>
            </a:r>
            <a:endParaRPr lang="en-AE" dirty="0"/>
          </a:p>
        </p:txBody>
      </p:sp>
    </p:spTree>
    <p:extLst>
      <p:ext uri="{BB962C8B-B14F-4D97-AF65-F5344CB8AC3E}">
        <p14:creationId xmlns:p14="http://schemas.microsoft.com/office/powerpoint/2010/main" val="263848161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ong - Lyric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Lyrics">
            <a:extLst>
              <a:ext uri="{FF2B5EF4-FFF2-40B4-BE49-F238E27FC236}">
                <a16:creationId xmlns:a16="http://schemas.microsoft.com/office/drawing/2014/main" id="{CEF82248-E6A0-7DCA-2366-B58D4E0F4D09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0" y="1"/>
            <a:ext cx="12192000" cy="6858000"/>
          </a:xfrm>
          <a:prstGeom prst="rect">
            <a:avLst/>
          </a:prstGeom>
        </p:spPr>
        <p:txBody>
          <a:bodyPr anchor="ctr">
            <a:normAutofit/>
          </a:bodyPr>
          <a:lstStyle>
            <a:lvl1pPr marL="0" indent="0" algn="ctr">
              <a:buNone/>
              <a:defRPr sz="4800" b="1"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389235795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resentation - Title + Tex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">
            <a:extLst>
              <a:ext uri="{FF2B5EF4-FFF2-40B4-BE49-F238E27FC236}">
                <a16:creationId xmlns:a16="http://schemas.microsoft.com/office/drawing/2014/main" id="{CEF82248-E6A0-7DCA-2366-B58D4E0F4D09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0" y="914400"/>
            <a:ext cx="12192000" cy="5943600"/>
          </a:xfrm>
          <a:prstGeom prst="rect">
            <a:avLst/>
          </a:prstGeom>
        </p:spPr>
        <p:txBody>
          <a:bodyPr anchor="ctr">
            <a:norm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4800" b="1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defRPr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D8236168-AA03-815A-E2FA-4A05B896B84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914399"/>
          </a:xfrm>
          <a:prstGeom prst="rect">
            <a:avLst/>
          </a:prstGeom>
        </p:spPr>
        <p:txBody>
          <a:bodyPr anchor="ctr">
            <a:normAutofit/>
          </a:bodyPr>
          <a:lstStyle>
            <a:lvl1pPr algn="ctr">
              <a:defRPr sz="5400" b="1">
                <a:solidFill>
                  <a:schemeClr val="accent1"/>
                </a:solidFill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defRPr>
            </a:lvl1pPr>
          </a:lstStyle>
          <a:p>
            <a:r>
              <a:rPr lang="en-US" dirty="0"/>
              <a:t>Click to edit Master title style</a:t>
            </a:r>
            <a:endParaRPr lang="en-AE" dirty="0"/>
          </a:p>
        </p:txBody>
      </p:sp>
    </p:spTree>
    <p:extLst>
      <p:ext uri="{BB962C8B-B14F-4D97-AF65-F5344CB8AC3E}">
        <p14:creationId xmlns:p14="http://schemas.microsoft.com/office/powerpoint/2010/main" val="353172165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resentation -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">
            <a:extLst>
              <a:ext uri="{FF2B5EF4-FFF2-40B4-BE49-F238E27FC236}">
                <a16:creationId xmlns:a16="http://schemas.microsoft.com/office/drawing/2014/main" id="{CEF82248-E6A0-7DCA-2366-B58D4E0F4D09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0" y="1"/>
            <a:ext cx="12192000" cy="6858000"/>
          </a:xfrm>
          <a:prstGeom prst="rect">
            <a:avLst/>
          </a:prstGeom>
        </p:spPr>
        <p:txBody>
          <a:bodyPr anchor="ctr">
            <a:normAutofit/>
          </a:bodyPr>
          <a:lstStyle>
            <a:lvl1pPr marL="0" indent="0" algn="ctr">
              <a:buNone/>
              <a:defRPr sz="4800" b="1"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318597620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ivi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32547418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12225895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4" r:id="rId1"/>
    <p:sldLayoutId id="2147483655" r:id="rId2"/>
    <p:sldLayoutId id="2147483656" r:id="rId3"/>
    <p:sldLayoutId id="2147483658" r:id="rId4"/>
    <p:sldLayoutId id="2147483659" r:id="rId5"/>
    <p:sldLayoutId id="2147483657" r:id="rId6"/>
  </p:sldLayoutIdLst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A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4417AD0-3815-C87F-5EE9-D8C92022F181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en-AE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8AA79AC-301E-7132-B5D1-4D2D2050023F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 anchor="ctr"/>
          <a:lstStyle/>
          <a:p>
            <a:endParaRPr lang="en-AE" sz="1800" dirty="0"/>
          </a:p>
        </p:txBody>
      </p:sp>
    </p:spTree>
    <p:extLst>
      <p:ext uri="{BB962C8B-B14F-4D97-AF65-F5344CB8AC3E}">
        <p14:creationId xmlns:p14="http://schemas.microsoft.com/office/powerpoint/2010/main" val="10264535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theme/theme1.xml><?xml version="1.0" encoding="utf-8"?>
<a:theme xmlns:a="http://schemas.openxmlformats.org/drawingml/2006/main" name="Mass Templat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Mass Template" id="{6AD46FE0-2607-BD44-BB07-9A32C4CFE789}" vid="{8C71738A-A40C-524E-9177-5A5D0CB58D27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Mass Template</Template>
  <TotalTime>2742</TotalTime>
  <Words>0</Words>
  <Application>Microsoft Macintosh PowerPoint</Application>
  <PresentationFormat>Widescreen</PresentationFormat>
  <Paragraphs>0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Aptos</vt:lpstr>
      <vt:lpstr>Arial</vt:lpstr>
      <vt:lpstr>Times New Roman</vt:lpstr>
      <vt:lpstr>Mass Template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Take and Receive Manoling Francisco</dc:title>
  <dc:creator>Butch Dela Cruz</dc:creator>
  <cp:lastModifiedBy>Butch Dela Cruz</cp:lastModifiedBy>
  <cp:revision>92</cp:revision>
  <dcterms:created xsi:type="dcterms:W3CDTF">2025-04-25T02:27:20Z</dcterms:created>
  <dcterms:modified xsi:type="dcterms:W3CDTF">2026-08-30T20:18:37Z</dcterms:modified>
</cp:coreProperties>
</file>