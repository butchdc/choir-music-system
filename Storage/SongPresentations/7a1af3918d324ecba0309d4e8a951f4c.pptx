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94932"/>
  </p:normalViewPr>
  <p:slideViewPr>
    <p:cSldViewPr snapToGrid="0">
      <p:cViewPr varScale="1">
        <p:scale>
          <a:sx n="120" d="100"/>
          <a:sy n="120" d="100"/>
        </p:scale>
        <p:origin x="10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44C2B-389E-664A-A050-6032A2525C12}" type="datetimeFigureOut">
              <a:rPr lang="en-AE" smtClean="0"/>
              <a:t>03/09/2026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3EA6A-C5A1-2D47-86CB-BB855C3A873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8068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3AED3460-1975-85E3-3AA8-257FE0941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011683"/>
            <a:ext cx="12191999" cy="1655762"/>
          </a:xfrm>
          <a:prstGeom prst="rect">
            <a:avLst/>
          </a:prstGeom>
          <a:solidFill>
            <a:schemeClr val="bg1">
              <a:alpha val="84857"/>
            </a:schemeClr>
          </a:solidFill>
        </p:spPr>
        <p:txBody>
          <a:bodyPr anchor="ctr"/>
          <a:lstStyle>
            <a:lvl1pPr marL="0" indent="0" algn="ctr">
              <a:buNone/>
              <a:defRPr sz="1800" b="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C4AD2FC-DFED-DCC9-CC6E-481788713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28549"/>
            <a:ext cx="12192000" cy="238760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anchor="ctr"/>
          <a:lstStyle>
            <a:lvl1pPr algn="ctr">
              <a:defRPr sz="5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1834E721-FFC6-71BA-0416-FB18DF0788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9450"/>
            <a:ext cx="12192000" cy="4191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5297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g - Title + Lyr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yrics">
            <a:extLst>
              <a:ext uri="{FF2B5EF4-FFF2-40B4-BE49-F238E27FC236}">
                <a16:creationId xmlns:a16="http://schemas.microsoft.com/office/drawing/2014/main" id="{CEF82248-E6A0-7DCA-2366-B58D4E0F4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143000"/>
            <a:ext cx="12192000" cy="5715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ong Title">
            <a:extLst>
              <a:ext uri="{FF2B5EF4-FFF2-40B4-BE49-F238E27FC236}">
                <a16:creationId xmlns:a16="http://schemas.microsoft.com/office/drawing/2014/main" id="{D8236168-AA03-815A-E2FA-4A05B896B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 b="1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7546E71-A827-033C-0C39-A29C499CA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864705"/>
            <a:ext cx="12192000" cy="27012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400" i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3848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ng - 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yrics">
            <a:extLst>
              <a:ext uri="{FF2B5EF4-FFF2-40B4-BE49-F238E27FC236}">
                <a16:creationId xmlns:a16="http://schemas.microsoft.com/office/drawing/2014/main" id="{CEF82248-E6A0-7DCA-2366-B58D4E0F4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235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- Title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CEF82248-E6A0-7DCA-2366-B58D4E0F4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914400"/>
            <a:ext cx="12192000" cy="5943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8236168-AA03-815A-E2FA-4A05B896B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accent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53172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CEF82248-E6A0-7DCA-2366-B58D4E0F4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597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4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Safe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C7C45-6B92-2F0D-8CF1-7ED2C20F3D53}"/>
              </a:ext>
            </a:extLst>
          </p:cNvPr>
          <p:cNvSpPr txBox="1"/>
          <p:nvPr userDrawn="1"/>
        </p:nvSpPr>
        <p:spPr>
          <a:xfrm>
            <a:off x="96751" y="317667"/>
            <a:ext cx="11809312" cy="622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Important health and safety notices:</a:t>
            </a:r>
          </a:p>
          <a:p>
            <a:pPr>
              <a:defRPr/>
            </a:pP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5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Fire exit:</a:t>
            </a:r>
            <a:r>
              <a:rPr 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  	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Through the foyer and on either side of the main body of </a:t>
            </a:r>
          </a:p>
          <a:p>
            <a:pPr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	  the church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5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Toilets:</a:t>
            </a:r>
            <a:r>
              <a:rPr lang="en-US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685794" lvl="1" indent="-228594">
              <a:buFont typeface="Wingdings" pitchFamily="2" charset="2"/>
              <a:buChar char="ü"/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For public on the right in the foyer.</a:t>
            </a:r>
          </a:p>
          <a:p>
            <a:pPr marL="685794" lvl="1" indent="-228594">
              <a:buFont typeface="Wingdings" pitchFamily="2" charset="2"/>
              <a:buChar char="ü"/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Small children must be accompanied by an adult.</a:t>
            </a:r>
          </a:p>
          <a:p>
            <a:pPr marL="685794" lvl="1" indent="-228594">
              <a:buFont typeface="Wingdings" pitchFamily="2" charset="2"/>
              <a:buChar char="ü"/>
              <a:defRPr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Sacristy toilet is for Clergy only.</a:t>
            </a:r>
          </a:p>
          <a:p>
            <a:pPr>
              <a:defRPr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NZ" sz="16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en-NZ" sz="160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endParaRPr lang="en-NZ" sz="160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endParaRPr lang="en-NZ" sz="2400" b="1" i="1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NZ" sz="2400" b="1" i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Please </a:t>
            </a:r>
            <a:r>
              <a:rPr lang="en-NZ" sz="2400" b="1" i="1" kern="100" dirty="0">
                <a:solidFill>
                  <a:srgbClr val="FF000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 NOT </a:t>
            </a:r>
            <a:r>
              <a:rPr lang="en-NZ" sz="2400" b="1" i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let your child /ren play on the stairs.</a:t>
            </a:r>
          </a:p>
          <a:p>
            <a:pPr lvl="1">
              <a:defRPr/>
            </a:pPr>
            <a:r>
              <a:rPr lang="en-US" altLang="en-US" sz="2400" b="1" i="1" kern="100" dirty="0">
                <a:latin typeface="Arial" panose="020B0604020202020204" pitchFamily="34" charset="0"/>
                <a:cs typeface="Arial" panose="020B0604020202020204" pitchFamily="34" charset="0"/>
              </a:rPr>
              <a:t>Please </a:t>
            </a:r>
            <a:r>
              <a:rPr lang="en-US" altLang="en-US" sz="2400" b="1" i="1" kern="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 OFF  </a:t>
            </a:r>
            <a:r>
              <a:rPr lang="en-US" altLang="en-US" sz="2400" b="1" i="1" kern="100" dirty="0">
                <a:latin typeface="Arial" panose="020B0604020202020204" pitchFamily="34" charset="0"/>
                <a:cs typeface="Arial" panose="020B0604020202020204" pitchFamily="34" charset="0"/>
              </a:rPr>
              <a:t>your cellphone.</a:t>
            </a:r>
            <a:endParaRPr lang="en-NZ" sz="2400" b="1" i="1" kern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NZ" sz="2400" b="1" i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Thank you. God bless.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911929-7C41-FF0C-F561-9D2231F0AECB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91344" y="3148642"/>
          <a:ext cx="11809312" cy="1785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3001">
                  <a:extLst>
                    <a:ext uri="{9D8B030D-6E8A-4147-A177-3AD203B41FA5}">
                      <a16:colId xmlns:a16="http://schemas.microsoft.com/office/drawing/2014/main" val="1042179603"/>
                    </a:ext>
                  </a:extLst>
                </a:gridCol>
                <a:gridCol w="4716311">
                  <a:extLst>
                    <a:ext uri="{9D8B030D-6E8A-4147-A177-3AD203B41FA5}">
                      <a16:colId xmlns:a16="http://schemas.microsoft.com/office/drawing/2014/main" val="472394721"/>
                    </a:ext>
                  </a:extLst>
                </a:gridCol>
              </a:tblGrid>
              <a:tr h="1785668">
                <a:tc>
                  <a:txBody>
                    <a:bodyPr/>
                    <a:lstStyle/>
                    <a:p>
                      <a:pPr marL="216000" indent="-241200">
                        <a:defRPr/>
                      </a:pPr>
                      <a:r>
                        <a:rPr lang="en-US" sz="1500" b="1" i="1" u="sng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to areas:</a:t>
                      </a:r>
                    </a:p>
                    <a:p>
                      <a:pPr marL="216000" indent="-241200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door to the sacristy is for Priests and Sacristans only</a:t>
                      </a:r>
                    </a:p>
                    <a:p>
                      <a:pPr marL="216000" indent="-241200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 door to the sacristy is for Altar Servers and Music groups.</a:t>
                      </a:r>
                    </a:p>
                    <a:p>
                      <a:pPr marL="216000" indent="-241200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NZ" sz="1600" b="1" kern="1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Back room in the sacristy for flower arranging.</a:t>
                      </a:r>
                    </a:p>
                    <a:p>
                      <a:pPr marL="216000" indent="-241200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NZ" sz="1600" b="1" kern="1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The Vestry is reserved for the Priests to robe for Mass</a:t>
                      </a:r>
                      <a:endParaRPr lang="en-NZ" sz="1500" b="1" kern="1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NZ" sz="1500" b="1" i="1" u="sng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Health and Wellness:</a:t>
                      </a:r>
                    </a:p>
                    <a:p>
                      <a:pPr marL="228600" indent="-228600">
                        <a:lnSpc>
                          <a:spcPct val="107000"/>
                        </a:lnSpc>
                        <a:spcAft>
                          <a:spcPts val="600"/>
                        </a:spcAft>
                        <a:buFont typeface="+mj-lt"/>
                        <a:buAutoNum type="alphaLcParenR"/>
                        <a:defRPr/>
                      </a:pPr>
                      <a:r>
                        <a:rPr lang="en-NZ" sz="1600" b="1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Please stay home if you are feeling unwell.</a:t>
                      </a:r>
                    </a:p>
                    <a:p>
                      <a:pPr marL="228600" indent="-228600">
                        <a:lnSpc>
                          <a:spcPct val="107000"/>
                        </a:lnSpc>
                        <a:spcAft>
                          <a:spcPts val="600"/>
                        </a:spcAft>
                        <a:buFont typeface="+mj-lt"/>
                        <a:buAutoNum type="alphaLcParenR"/>
                        <a:defRPr/>
                      </a:pPr>
                      <a:r>
                        <a:rPr lang="en-NZ" sz="1600" b="1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Masks are optional while attending Mass.</a:t>
                      </a:r>
                    </a:p>
                    <a:p>
                      <a:pPr marL="228600" indent="-228600">
                        <a:lnSpc>
                          <a:spcPct val="107000"/>
                        </a:lnSpc>
                        <a:spcAft>
                          <a:spcPts val="600"/>
                        </a:spcAft>
                        <a:buFont typeface="+mj-lt"/>
                        <a:buAutoNum type="alphaLcParenR"/>
                        <a:defRPr/>
                      </a:pPr>
                      <a:r>
                        <a:rPr lang="en-NZ" sz="1600" b="1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Communion is only given on the hand.</a:t>
                      </a:r>
                    </a:p>
                    <a:p>
                      <a:endParaRPr lang="en-AE" sz="1500" dirty="0">
                        <a:effectLst/>
                      </a:endParaRPr>
                    </a:p>
                  </a:txBody>
                  <a:tcPr marL="121920" marR="121920"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046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25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258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8" r:id="rId4"/>
    <p:sldLayoutId id="2147483659" r:id="rId5"/>
    <p:sldLayoutId id="2147483657" r:id="rId6"/>
    <p:sldLayoutId id="2147483660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yrics">
            <a:extLst>
              <a:ext uri="{FF2B5EF4-FFF2-40B4-BE49-F238E27FC236}">
                <a16:creationId xmlns:a16="http://schemas.microsoft.com/office/drawing/2014/main" id="{CEF82248-E6A0-7DCA-2366-B58D4E0F4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t>Alleluia!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9E4BEC-0E09-68A8-2DB6-4DF24CE0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CFEE9-A4DE-ABC0-AC06-8A635EE2A6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s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ss Template" id="{6AD46FE0-2607-BD44-BB07-9A32C4CFE789}" vid="{8C71738A-A40C-524E-9177-5A5D0CB58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Mass Template</Template>
  <TotalTime>2751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Times New Roman</vt:lpstr>
      <vt:lpstr>Wingdings</vt:lpstr>
      <vt:lpstr>Mass Template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and Receive Manoling Francisco</dc:title>
  <dc:creator>Butch Dela Cruz</dc:creator>
  <cp:lastModifiedBy>Butch Dela Cruz</cp:lastModifiedBy>
  <cp:revision>99</cp:revision>
  <dcterms:created xsi:type="dcterms:W3CDTF">2025-04-25T02:27:20Z</dcterms:created>
  <dcterms:modified xsi:type="dcterms:W3CDTF">2026-09-03T01:50:18Z</dcterms:modified>
</cp:coreProperties>
</file>